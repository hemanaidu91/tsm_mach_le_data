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7"/>
  </p:notesMasterIdLst>
  <p:handoutMasterIdLst>
    <p:handoutMasterId r:id="rId18"/>
  </p:handoutMasterIdLst>
  <p:sldIdLst>
    <p:sldId id="256" r:id="rId5"/>
    <p:sldId id="277" r:id="rId6"/>
    <p:sldId id="283" r:id="rId7"/>
    <p:sldId id="284" r:id="rId8"/>
    <p:sldId id="285" r:id="rId9"/>
    <p:sldId id="286" r:id="rId10"/>
    <p:sldId id="287" r:id="rId11"/>
    <p:sldId id="288" r:id="rId12"/>
    <p:sldId id="282" r:id="rId13"/>
    <p:sldId id="289" r:id="rId14"/>
    <p:sldId id="280" r:id="rId15"/>
    <p:sldId id="281" r:id="rId16"/>
  </p:sldIdLst>
  <p:sldSz cx="12192000" cy="6858000"/>
  <p:notesSz cx="6858000" cy="9144000"/>
  <p:defaultTextStyle>
    <a:defPPr rtl="0">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ADE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126" autoAdjust="0"/>
  </p:normalViewPr>
  <p:slideViewPr>
    <p:cSldViewPr snapToGrid="0">
      <p:cViewPr varScale="1">
        <p:scale>
          <a:sx n="116" d="100"/>
          <a:sy n="116" d="100"/>
        </p:scale>
        <p:origin x="1944" y="9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CircleLabelList" loCatId="icon" qsTypeId="urn:microsoft.com/office/officeart/2005/8/quickstyle/simple1" qsCatId="simple" csTypeId="urn:microsoft.com/office/officeart/2018/5/colors/Iconchunking_neutralicon_accent2_2" csCatId="accent2" phldr="1"/>
      <dgm:spPr/>
      <dgm:t>
        <a:bodyPr rtlCol="0"/>
        <a:lstStyle/>
        <a:p>
          <a:pPr rtl="0"/>
          <a:endParaRPr lang="en-US"/>
        </a:p>
      </dgm:t>
    </dgm:pt>
    <dgm:pt modelId="{40FC4FFE-8987-4A26-B7F4-8A516F18ADAE}">
      <dgm:prSet/>
      <dgm:spPr/>
      <dgm:t>
        <a:bodyPr rtlCol="0"/>
        <a:lstStyle/>
        <a:p>
          <a:pPr rtl="0">
            <a:lnSpc>
              <a:spcPct val="100000"/>
            </a:lnSpc>
            <a:defRPr cap="all"/>
          </a:pP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consectetuer</a:t>
          </a:r>
          <a:r>
            <a:rPr lang="de-DE" noProof="0" dirty="0"/>
            <a:t> </a:t>
          </a:r>
          <a:r>
            <a:rPr lang="de-DE" noProof="0" dirty="0" err="1"/>
            <a:t>adipiscing</a:t>
          </a:r>
          <a:r>
            <a:rPr lang="de-DE" noProof="0" dirty="0"/>
            <a:t> </a:t>
          </a:r>
          <a:r>
            <a:rPr lang="de-DE" noProof="0" dirty="0" err="1"/>
            <a:t>elit</a:t>
          </a:r>
          <a:r>
            <a:rPr lang="de-DE" noProof="0" dirty="0"/>
            <a:t>. </a:t>
          </a:r>
        </a:p>
      </dgm:t>
    </dgm:pt>
    <dgm:pt modelId="{CAD7EF86-FB23-41F6-BF42-040B36DEFDB1}" type="parTrans" cxnId="{C7AD8469-3C68-4AF9-AB82-79B0043AA120}">
      <dgm:prSet/>
      <dgm:spPr/>
      <dgm:t>
        <a:bodyPr rtlCol="0"/>
        <a:lstStyle/>
        <a:p>
          <a:pPr rtl="0"/>
          <a:endParaRPr lang="de-DE" noProof="0" dirty="0"/>
        </a:p>
      </dgm:t>
    </dgm:pt>
    <dgm:pt modelId="{5B62599A-5C9B-48E7-896E-EA782AC60C8B}" type="sibTrans" cxnId="{C7AD8469-3C68-4AF9-AB82-79B0043AA120}">
      <dgm:prSet/>
      <dgm:spPr/>
      <dgm:t>
        <a:bodyPr rtlCol="0"/>
        <a:lstStyle/>
        <a:p>
          <a:pPr rtl="0"/>
          <a:endParaRPr lang="de-DE" noProof="0" dirty="0"/>
        </a:p>
      </dgm:t>
    </dgm:pt>
    <dgm:pt modelId="{49225C73-1633-42F1-AB3B-7CB183E5F8B8}">
      <dgm:prSet/>
      <dgm:spPr/>
      <dgm:t>
        <a:bodyPr rtlCol="0"/>
        <a:lstStyle/>
        <a:p>
          <a:pPr rtl="0">
            <a:lnSpc>
              <a:spcPct val="100000"/>
            </a:lnSpc>
            <a:defRPr cap="all"/>
          </a:pPr>
          <a:r>
            <a:rPr lang="de-DE" noProof="0" dirty="0" err="1"/>
            <a:t>Nunc</a:t>
          </a:r>
          <a:r>
            <a:rPr lang="de-DE" noProof="0" dirty="0"/>
            <a:t> </a:t>
          </a:r>
          <a:r>
            <a:rPr lang="de-DE" noProof="0" dirty="0" err="1"/>
            <a:t>viverra</a:t>
          </a:r>
          <a:r>
            <a:rPr lang="de-DE" noProof="0" dirty="0"/>
            <a:t> </a:t>
          </a:r>
          <a:r>
            <a:rPr lang="de-DE" noProof="0" dirty="0" err="1"/>
            <a:t>imperdiet</a:t>
          </a:r>
          <a:r>
            <a:rPr lang="de-DE" noProof="0" dirty="0"/>
            <a:t> </a:t>
          </a:r>
          <a:r>
            <a:rPr lang="de-DE" noProof="0" dirty="0" err="1"/>
            <a:t>enim</a:t>
          </a:r>
          <a:r>
            <a:rPr lang="de-DE" noProof="0" dirty="0"/>
            <a:t>. </a:t>
          </a:r>
          <a:r>
            <a:rPr lang="de-DE" noProof="0" dirty="0" err="1"/>
            <a:t>Fusce</a:t>
          </a:r>
          <a:r>
            <a:rPr lang="de-DE" noProof="0" dirty="0"/>
            <a:t> </a:t>
          </a:r>
          <a:r>
            <a:rPr lang="de-DE" noProof="0" dirty="0" err="1"/>
            <a:t>est.</a:t>
          </a:r>
          <a:r>
            <a:rPr lang="de-DE" noProof="0" dirty="0"/>
            <a:t> </a:t>
          </a:r>
          <a:r>
            <a:rPr lang="de-DE" noProof="0" dirty="0" err="1"/>
            <a:t>Vivamus</a:t>
          </a:r>
          <a:r>
            <a:rPr lang="de-DE" noProof="0" dirty="0"/>
            <a:t> a </a:t>
          </a:r>
          <a:r>
            <a:rPr lang="de-DE" noProof="0" dirty="0" err="1"/>
            <a:t>tellus</a:t>
          </a:r>
          <a:r>
            <a:rPr lang="de-DE" noProof="0" dirty="0"/>
            <a:t>.</a:t>
          </a:r>
        </a:p>
      </dgm:t>
    </dgm:pt>
    <dgm:pt modelId="{1A0E2090-1D4F-438A-8766-B6030CE01ADD}" type="parTrans" cxnId="{A9154303-8225-4248-91DC-1B0156A35F07}">
      <dgm:prSet/>
      <dgm:spPr/>
      <dgm:t>
        <a:bodyPr rtlCol="0"/>
        <a:lstStyle/>
        <a:p>
          <a:pPr rtl="0"/>
          <a:endParaRPr lang="de-DE" noProof="0" dirty="0"/>
        </a:p>
      </dgm:t>
    </dgm:pt>
    <dgm:pt modelId="{9646853A-8964-4519-A5B1-0B7D18B2983D}" type="sibTrans" cxnId="{A9154303-8225-4248-91DC-1B0156A35F07}">
      <dgm:prSet/>
      <dgm:spPr/>
      <dgm:t>
        <a:bodyPr rtlCol="0"/>
        <a:lstStyle/>
        <a:p>
          <a:pPr rtl="0"/>
          <a:endParaRPr lang="de-DE" noProof="0" dirty="0"/>
        </a:p>
      </dgm:t>
    </dgm:pt>
    <dgm:pt modelId="{1C383F32-22E8-4F62-A3E0-BDC3D5F48992}">
      <dgm:prSet/>
      <dgm:spPr/>
      <dgm:t>
        <a:bodyPr rtlCol="0"/>
        <a:lstStyle/>
        <a:p>
          <a:pPr rtl="0">
            <a:lnSpc>
              <a:spcPct val="100000"/>
            </a:lnSpc>
            <a:defRPr cap="all"/>
          </a:pPr>
          <a:r>
            <a:rPr lang="de-DE" noProof="0" dirty="0" err="1"/>
            <a:t>Pellentesque</a:t>
          </a:r>
          <a:r>
            <a:rPr lang="de-DE" noProof="0" dirty="0"/>
            <a:t> </a:t>
          </a:r>
          <a:r>
            <a:rPr lang="de-DE" noProof="0" dirty="0" err="1"/>
            <a:t>habitant</a:t>
          </a:r>
          <a:r>
            <a:rPr lang="de-DE" noProof="0" dirty="0"/>
            <a:t> </a:t>
          </a:r>
          <a:r>
            <a:rPr lang="de-DE" noProof="0" dirty="0" err="1"/>
            <a:t>morbi</a:t>
          </a:r>
          <a:r>
            <a:rPr lang="de-DE" noProof="0" dirty="0"/>
            <a:t> </a:t>
          </a:r>
          <a:r>
            <a:rPr lang="de-DE" noProof="0" dirty="0" err="1"/>
            <a:t>tristique</a:t>
          </a:r>
          <a:r>
            <a:rPr lang="de-DE" noProof="0" dirty="0"/>
            <a:t> </a:t>
          </a:r>
          <a:r>
            <a:rPr lang="de-DE" noProof="0" dirty="0" err="1"/>
            <a:t>senectus</a:t>
          </a:r>
          <a:r>
            <a:rPr lang="de-DE" noProof="0" dirty="0"/>
            <a:t> et </a:t>
          </a:r>
          <a:r>
            <a:rPr lang="de-DE" noProof="0" dirty="0" err="1"/>
            <a:t>netus</a:t>
          </a:r>
          <a:r>
            <a:rPr lang="de-DE" noProof="0" dirty="0"/>
            <a:t>.</a:t>
          </a:r>
        </a:p>
      </dgm:t>
    </dgm:pt>
    <dgm:pt modelId="{A7920A2F-3244-4159-AF04-6A1D38B7B317}" type="parTrans" cxnId="{C4CCE57E-E871-46D6-BAD5-880252C95D22}">
      <dgm:prSet/>
      <dgm:spPr/>
      <dgm:t>
        <a:bodyPr rtlCol="0"/>
        <a:lstStyle/>
        <a:p>
          <a:pPr rtl="0"/>
          <a:endParaRPr lang="de-DE" noProof="0" dirty="0"/>
        </a:p>
      </dgm:t>
    </dgm:pt>
    <dgm:pt modelId="{8500F72A-2C6D-4FDF-9C1D-CA691380EB0B}" type="sibTrans" cxnId="{C4CCE57E-E871-46D6-BAD5-880252C95D22}">
      <dgm:prSet/>
      <dgm:spPr/>
      <dgm:t>
        <a:bodyPr rtlCol="0"/>
        <a:lstStyle/>
        <a:p>
          <a:pPr rtl="0"/>
          <a:endParaRPr lang="de-DE" noProof="0" dirty="0"/>
        </a:p>
      </dgm:t>
    </dgm:pt>
    <dgm:pt modelId="{50B3CE7C-E10B-4E23-BD93-03664997C932}" type="pres">
      <dgm:prSet presAssocID="{01A66772-F185-4D58-B8BB-E9370D7A7A2B}" presName="root" presStyleCnt="0">
        <dgm:presLayoutVars>
          <dgm:dir/>
          <dgm:resizeHandles val="exact"/>
        </dgm:presLayoutVars>
      </dgm:prSet>
      <dgm:spPr/>
    </dgm:pt>
    <dgm:pt modelId="{DE9CE479-E4AE-4283-AEF1-10C1535B4324}" type="pres">
      <dgm:prSet presAssocID="{40FC4FFE-8987-4A26-B7F4-8A516F18ADAE}" presName="compNode" presStyleCnt="0"/>
      <dgm:spPr/>
    </dgm:pt>
    <dgm:pt modelId="{B59FCF02-CAD2-4D6F-9542-AD86711168CA}" type="pres">
      <dgm:prSet presAssocID="{40FC4FFE-8987-4A26-B7F4-8A516F18ADAE}" presName="iconBgRect" presStyleLbl="bgShp" presStyleIdx="0" presStyleCnt="3"/>
      <dgm:spPr>
        <a:solidFill>
          <a:schemeClr val="accent1"/>
        </a:solidFill>
      </dgm:spPr>
    </dgm:pt>
    <dgm:pt modelId="{7C175B98-93F4-4D7C-BB95-1514AB879CD5}" type="pres">
      <dgm:prSet presAssocID="{40FC4FFE-8987-4A26-B7F4-8A516F18ADA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Bar graph with downward trend"/>
        </a:ext>
      </dgm:extLst>
    </dgm:pt>
    <dgm:pt modelId="{677A3090-5F01-43FD-9FA6-C0420AD80FD6}" type="pres">
      <dgm:prSet presAssocID="{40FC4FFE-8987-4A26-B7F4-8A516F18ADAE}" presName="spaceRect" presStyleCnt="0"/>
      <dgm:spPr/>
    </dgm:pt>
    <dgm:pt modelId="{127117FB-F8A7-4A20-A8A7-EC686DDC76D0}" type="pres">
      <dgm:prSet presAssocID="{40FC4FFE-8987-4A26-B7F4-8A516F18ADAE}" presName="textRect" presStyleLbl="revTx" presStyleIdx="0" presStyleCnt="3">
        <dgm:presLayoutVars>
          <dgm:chMax val="1"/>
          <dgm:chPref val="1"/>
        </dgm:presLayoutVars>
      </dgm:prSet>
      <dgm:spPr/>
    </dgm:pt>
    <dgm:pt modelId="{FD1EED9C-83D3-41AD-A09B-D3B36354168F}" type="pres">
      <dgm:prSet presAssocID="{5B62599A-5C9B-48E7-896E-EA782AC60C8B}" presName="sibTrans" presStyleCnt="0"/>
      <dgm:spPr/>
    </dgm:pt>
    <dgm:pt modelId="{C998AB0A-577D-44AA-A068-F634DDE7BD47}" type="pres">
      <dgm:prSet presAssocID="{49225C73-1633-42F1-AB3B-7CB183E5F8B8}" presName="compNode" presStyleCnt="0"/>
      <dgm:spPr/>
    </dgm:pt>
    <dgm:pt modelId="{BCD8CDD9-0C56-4401-ADB1-8B48DAB2C96F}" type="pres">
      <dgm:prSet presAssocID="{49225C73-1633-42F1-AB3B-7CB183E5F8B8}" presName="iconBgRect" presStyleLbl="bgShp" presStyleIdx="1" presStyleCnt="3"/>
      <dgm:spPr>
        <a:solidFill>
          <a:schemeClr val="accent1"/>
        </a:solidFill>
      </dgm:spPr>
    </dgm:pt>
    <dgm:pt modelId="{DB4CA7C4-FCA1-4127-B20A-2A5C031A3CF4}" type="pres">
      <dgm:prSet presAssocID="{49225C73-1633-42F1-AB3B-7CB183E5F8B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esentation with bar chart"/>
        </a:ext>
      </dgm:extLst>
    </dgm:pt>
    <dgm:pt modelId="{9B0C8FBF-0BDD-48A5-967E-F3FE71659F6A}" type="pres">
      <dgm:prSet presAssocID="{49225C73-1633-42F1-AB3B-7CB183E5F8B8}" presName="spaceRect" presStyleCnt="0"/>
      <dgm:spPr/>
    </dgm:pt>
    <dgm:pt modelId="{7E6FE37A-5DB0-4899-9FCB-0CE39BC185F8}" type="pres">
      <dgm:prSet presAssocID="{49225C73-1633-42F1-AB3B-7CB183E5F8B8}" presName="textRect" presStyleLbl="revTx" presStyleIdx="1" presStyleCnt="3">
        <dgm:presLayoutVars>
          <dgm:chMax val="1"/>
          <dgm:chPref val="1"/>
        </dgm:presLayoutVars>
      </dgm:prSet>
      <dgm:spPr/>
    </dgm:pt>
    <dgm:pt modelId="{5A266296-0042-402F-92EF-D59AB148E92E}" type="pres">
      <dgm:prSet presAssocID="{9646853A-8964-4519-A5B1-0B7D18B2983D}" presName="sibTrans" presStyleCnt="0"/>
      <dgm:spPr/>
    </dgm:pt>
    <dgm:pt modelId="{ECFA770B-DE2C-4683-A038-58D0FE44BC27}" type="pres">
      <dgm:prSet presAssocID="{1C383F32-22E8-4F62-A3E0-BDC3D5F48992}" presName="compNode" presStyleCnt="0"/>
      <dgm:spPr/>
    </dgm:pt>
    <dgm:pt modelId="{FF93E135-77D6-48A0-8871-9BC93D705D06}" type="pres">
      <dgm:prSet presAssocID="{1C383F32-22E8-4F62-A3E0-BDC3D5F48992}" presName="iconBgRect" presStyleLbl="bgShp" presStyleIdx="2" presStyleCnt="3"/>
      <dgm:spPr>
        <a:solidFill>
          <a:schemeClr val="accent1"/>
        </a:solidFill>
      </dgm:spPr>
    </dgm:pt>
    <dgm:pt modelId="{39509775-983E-4110-B989-EE2CD6514BE0}" type="pres">
      <dgm:prSet presAssocID="{1C383F32-22E8-4F62-A3E0-BDC3D5F4899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Stopwatch"/>
        </a:ext>
      </dgm:extLst>
    </dgm:pt>
    <dgm:pt modelId="{493B43B2-705C-4AE5-8A77-D8DEEDA1B5CF}" type="pres">
      <dgm:prSet presAssocID="{1C383F32-22E8-4F62-A3E0-BDC3D5F48992}" presName="spaceRect" presStyleCnt="0"/>
      <dgm:spPr/>
    </dgm:pt>
    <dgm:pt modelId="{1AEDC777-00B3-41D7-9AE1-23D741E941C3}"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7A710F69-5154-4855-ACF5-BC7C1BF85A80}" type="presOf" srcId="{49225C73-1633-42F1-AB3B-7CB183E5F8B8}" destId="{7E6FE37A-5DB0-4899-9FCB-0CE39BC185F8}" srcOrd="0" destOrd="0" presId="urn:microsoft.com/office/officeart/2018/5/layout/IconCircleLabelList"/>
    <dgm:cxn modelId="{C7AD8469-3C68-4AF9-AB82-79B0043AA120}" srcId="{01A66772-F185-4D58-B8BB-E9370D7A7A2B}" destId="{40FC4FFE-8987-4A26-B7F4-8A516F18ADAE}" srcOrd="0" destOrd="0" parTransId="{CAD7EF86-FB23-41F6-BF42-040B36DEFDB1}" sibTransId="{5B62599A-5C9B-48E7-896E-EA782AC60C8B}"/>
    <dgm:cxn modelId="{676D3A6A-6EA7-4483-BB12-0BD4A7D7AF9D}" type="presOf" srcId="{01A66772-F185-4D58-B8BB-E9370D7A7A2B}" destId="{50B3CE7C-E10B-4E23-BD93-03664997C932}" srcOrd="0" destOrd="0" presId="urn:microsoft.com/office/officeart/2018/5/layout/IconCircleLabelList"/>
    <dgm:cxn modelId="{1496FC70-DB8B-48D4-98DE-DD2856E389EE}" type="presOf" srcId="{1C383F32-22E8-4F62-A3E0-BDC3D5F48992}" destId="{1AEDC777-00B3-41D7-9AE1-23D741E941C3}" srcOrd="0" destOrd="0" presId="urn:microsoft.com/office/officeart/2018/5/layout/IconCircleLabelList"/>
    <dgm:cxn modelId="{C4CCE57E-E871-46D6-BAD5-880252C95D22}" srcId="{01A66772-F185-4D58-B8BB-E9370D7A7A2B}" destId="{1C383F32-22E8-4F62-A3E0-BDC3D5F48992}" srcOrd="2" destOrd="0" parTransId="{A7920A2F-3244-4159-AF04-6A1D38B7B317}" sibTransId="{8500F72A-2C6D-4FDF-9C1D-CA691380EB0B}"/>
    <dgm:cxn modelId="{355227E3-55E0-4343-BC8D-FC0EB1694F48}" type="presOf" srcId="{40FC4FFE-8987-4A26-B7F4-8A516F18ADAE}" destId="{127117FB-F8A7-4A20-A8A7-EC686DDC76D0}" srcOrd="0" destOrd="0" presId="urn:microsoft.com/office/officeart/2018/5/layout/IconCircleLabelList"/>
    <dgm:cxn modelId="{555498CB-3ED1-404E-A25F-EB243EFC5FB1}" type="presParOf" srcId="{50B3CE7C-E10B-4E23-BD93-03664997C932}" destId="{DE9CE479-E4AE-4283-AEF1-10C1535B4324}" srcOrd="0" destOrd="0" presId="urn:microsoft.com/office/officeart/2018/5/layout/IconCircleLabelList"/>
    <dgm:cxn modelId="{11F12D49-CD08-4D50-BD13-3ECBC3A476A4}" type="presParOf" srcId="{DE9CE479-E4AE-4283-AEF1-10C1535B4324}" destId="{B59FCF02-CAD2-4D6F-9542-AD86711168CA}" srcOrd="0" destOrd="0" presId="urn:microsoft.com/office/officeart/2018/5/layout/IconCircleLabelList"/>
    <dgm:cxn modelId="{F443A659-540B-487B-97F9-49219CF60D6B}" type="presParOf" srcId="{DE9CE479-E4AE-4283-AEF1-10C1535B4324}" destId="{7C175B98-93F4-4D7C-BB95-1514AB879CD5}" srcOrd="1" destOrd="0" presId="urn:microsoft.com/office/officeart/2018/5/layout/IconCircleLabelList"/>
    <dgm:cxn modelId="{A503D7AB-7D64-4163-93B5-1CEEDAE81823}" type="presParOf" srcId="{DE9CE479-E4AE-4283-AEF1-10C1535B4324}" destId="{677A3090-5F01-43FD-9FA6-C0420AD80FD6}" srcOrd="2" destOrd="0" presId="urn:microsoft.com/office/officeart/2018/5/layout/IconCircleLabelList"/>
    <dgm:cxn modelId="{780188ED-7DCE-45BB-B6AF-91BE48969612}" type="presParOf" srcId="{DE9CE479-E4AE-4283-AEF1-10C1535B4324}" destId="{127117FB-F8A7-4A20-A8A7-EC686DDC76D0}" srcOrd="3" destOrd="0" presId="urn:microsoft.com/office/officeart/2018/5/layout/IconCircleLabelList"/>
    <dgm:cxn modelId="{155719F8-A89B-4E96-BC49-C48BC717F480}" type="presParOf" srcId="{50B3CE7C-E10B-4E23-BD93-03664997C932}" destId="{FD1EED9C-83D3-41AD-A09B-D3B36354168F}" srcOrd="1" destOrd="0" presId="urn:microsoft.com/office/officeart/2018/5/layout/IconCircleLabelList"/>
    <dgm:cxn modelId="{2772E199-56B0-4310-A55E-67D00CA3E59E}" type="presParOf" srcId="{50B3CE7C-E10B-4E23-BD93-03664997C932}" destId="{C998AB0A-577D-44AA-A068-F634DDE7BD47}" srcOrd="2" destOrd="0" presId="urn:microsoft.com/office/officeart/2018/5/layout/IconCircleLabelList"/>
    <dgm:cxn modelId="{4E351D18-D97F-4B92-A608-2E9600B91C28}" type="presParOf" srcId="{C998AB0A-577D-44AA-A068-F634DDE7BD47}" destId="{BCD8CDD9-0C56-4401-ADB1-8B48DAB2C96F}" srcOrd="0" destOrd="0" presId="urn:microsoft.com/office/officeart/2018/5/layout/IconCircleLabelList"/>
    <dgm:cxn modelId="{B3DC724C-4569-4E9D-BD5A-49E4CD991FD0}" type="presParOf" srcId="{C998AB0A-577D-44AA-A068-F634DDE7BD47}" destId="{DB4CA7C4-FCA1-4127-B20A-2A5C031A3CF4}" srcOrd="1" destOrd="0" presId="urn:microsoft.com/office/officeart/2018/5/layout/IconCircleLabelList"/>
    <dgm:cxn modelId="{AD1AB552-CCE0-4911-BB9E-5D4A60B21F4F}" type="presParOf" srcId="{C998AB0A-577D-44AA-A068-F634DDE7BD47}" destId="{9B0C8FBF-0BDD-48A5-967E-F3FE71659F6A}" srcOrd="2" destOrd="0" presId="urn:microsoft.com/office/officeart/2018/5/layout/IconCircleLabelList"/>
    <dgm:cxn modelId="{8558F796-2D01-40FE-A21A-7530EEBC3BC3}" type="presParOf" srcId="{C998AB0A-577D-44AA-A068-F634DDE7BD47}" destId="{7E6FE37A-5DB0-4899-9FCB-0CE39BC185F8}" srcOrd="3" destOrd="0" presId="urn:microsoft.com/office/officeart/2018/5/layout/IconCircleLabelList"/>
    <dgm:cxn modelId="{1532E2BE-82E9-40A4-A6F7-40B60FC879AE}" type="presParOf" srcId="{50B3CE7C-E10B-4E23-BD93-03664997C932}" destId="{5A266296-0042-402F-92EF-D59AB148E92E}" srcOrd="3" destOrd="0" presId="urn:microsoft.com/office/officeart/2018/5/layout/IconCircleLabelList"/>
    <dgm:cxn modelId="{3A7F4DB9-1469-4F58-B633-24B7EEE084D1}" type="presParOf" srcId="{50B3CE7C-E10B-4E23-BD93-03664997C932}" destId="{ECFA770B-DE2C-4683-A038-58D0FE44BC27}" srcOrd="4" destOrd="0" presId="urn:microsoft.com/office/officeart/2018/5/layout/IconCircleLabelList"/>
    <dgm:cxn modelId="{91311827-CDAC-4BA8-B4A3-117AFD1CEE2D}" type="presParOf" srcId="{ECFA770B-DE2C-4683-A038-58D0FE44BC27}" destId="{FF93E135-77D6-48A0-8871-9BC93D705D06}" srcOrd="0" destOrd="0" presId="urn:microsoft.com/office/officeart/2018/5/layout/IconCircleLabelList"/>
    <dgm:cxn modelId="{83B7CA40-11B7-4507-8422-A40F02D469B2}" type="presParOf" srcId="{ECFA770B-DE2C-4683-A038-58D0FE44BC27}" destId="{39509775-983E-4110-B989-EE2CD6514BE0}" srcOrd="1" destOrd="0" presId="urn:microsoft.com/office/officeart/2018/5/layout/IconCircleLabelList"/>
    <dgm:cxn modelId="{A44BB251-01EB-4DEF-A28C-6D495183E4DC}" type="presParOf" srcId="{ECFA770B-DE2C-4683-A038-58D0FE44BC27}" destId="{493B43B2-705C-4AE5-8A77-D8DEEDA1B5CF}" srcOrd="2" destOrd="0" presId="urn:microsoft.com/office/officeart/2018/5/layout/IconCircleLabelList"/>
    <dgm:cxn modelId="{1EFA52DF-3C80-4DAA-BED6-AFE2F81796B2}" type="presParOf" srcId="{ECFA770B-DE2C-4683-A038-58D0FE44BC27}" destId="{1AEDC777-00B3-41D7-9AE1-23D741E941C3}"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ABA915B-E6A0-4003-9493-F8D4DEC82A9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AA719EB2-4535-43A9-9B28-A09CFEED6D70}">
      <dgm:prSet phldrT="[Text]" phldr="0"/>
      <dgm:spPr/>
      <dgm:t>
        <a:bodyPr/>
        <a:lstStyle/>
        <a:p>
          <a:pPr>
            <a:tabLst>
              <a:tab pos="357188" algn="l"/>
            </a:tabLst>
          </a:pPr>
          <a:r>
            <a:rPr lang="en-GB" dirty="0"/>
            <a:t>	</a:t>
          </a:r>
          <a:r>
            <a:rPr lang="en-GB" dirty="0" err="1"/>
            <a:t>Pytorch</a:t>
          </a:r>
          <a:r>
            <a:rPr lang="en-GB" dirty="0"/>
            <a:t> Geometric</a:t>
          </a:r>
        </a:p>
      </dgm:t>
    </dgm:pt>
    <dgm:pt modelId="{9359ECFD-302B-4D49-942C-8A7A20B6B8CF}" type="parTrans" cxnId="{DBAABFFF-8462-4F70-8B1C-2D8A76F17ADB}">
      <dgm:prSet/>
      <dgm:spPr/>
      <dgm:t>
        <a:bodyPr/>
        <a:lstStyle/>
        <a:p>
          <a:endParaRPr lang="en-GB"/>
        </a:p>
      </dgm:t>
    </dgm:pt>
    <dgm:pt modelId="{210A2C90-E522-4F71-8ED3-91806A7E1015}" type="sibTrans" cxnId="{DBAABFFF-8462-4F70-8B1C-2D8A76F17ADB}">
      <dgm:prSet/>
      <dgm:spPr/>
      <dgm:t>
        <a:bodyPr/>
        <a:lstStyle/>
        <a:p>
          <a:endParaRPr lang="en-GB"/>
        </a:p>
      </dgm:t>
    </dgm:pt>
    <dgm:pt modelId="{560A3818-DD32-453F-B7D8-42DDA777E104}">
      <dgm:prSet custT="1"/>
      <dgm:spPr/>
      <dgm:t>
        <a:bodyPr/>
        <a:lstStyle/>
        <a:p>
          <a:pPr defTabSz="357188"/>
          <a:r>
            <a:rPr lang="en-GB" sz="2300" kern="1200" dirty="0">
              <a:solidFill>
                <a:prstClr val="white"/>
              </a:solidFill>
              <a:latin typeface="Tw Cen MT" panose="020B0602020104020603"/>
              <a:ea typeface="+mn-ea"/>
              <a:cs typeface="+mn-cs"/>
            </a:rPr>
            <a:t>	</a:t>
          </a:r>
          <a:r>
            <a:rPr lang="en-GB" sz="2300" kern="1200" dirty="0"/>
            <a:t>ONNX</a:t>
          </a:r>
          <a:endParaRPr lang="en-GB" dirty="0"/>
        </a:p>
      </dgm:t>
    </dgm:pt>
    <dgm:pt modelId="{8A0D460D-3178-4196-BC34-14782D9DDDE0}" type="parTrans" cxnId="{4FD006BC-2FDB-41D3-ABD8-1DA5B840A92E}">
      <dgm:prSet/>
      <dgm:spPr/>
      <dgm:t>
        <a:bodyPr/>
        <a:lstStyle/>
        <a:p>
          <a:endParaRPr lang="en-GB"/>
        </a:p>
      </dgm:t>
    </dgm:pt>
    <dgm:pt modelId="{F12038AF-5141-434E-A378-223E8409226D}" type="sibTrans" cxnId="{4FD006BC-2FDB-41D3-ABD8-1DA5B840A92E}">
      <dgm:prSet/>
      <dgm:spPr/>
      <dgm:t>
        <a:bodyPr/>
        <a:lstStyle/>
        <a:p>
          <a:endParaRPr lang="en-GB"/>
        </a:p>
      </dgm:t>
    </dgm:pt>
    <dgm:pt modelId="{A26E1844-C1B9-4C0E-B55E-A2167AB7F93F}">
      <dgm:prSet/>
      <dgm:spPr/>
      <dgm:t>
        <a:bodyPr/>
        <a:lstStyle/>
        <a:p>
          <a:pPr>
            <a:tabLst>
              <a:tab pos="357188" algn="l"/>
            </a:tabLst>
          </a:pPr>
          <a:r>
            <a:rPr lang="en-GB" dirty="0"/>
            <a:t>	Weights &amp; Biases</a:t>
          </a:r>
        </a:p>
      </dgm:t>
    </dgm:pt>
    <dgm:pt modelId="{1FD39A27-6DCB-44F6-8C1C-1C65FCAAD060}" type="parTrans" cxnId="{C801D9F8-12FD-4692-BA27-2EF2E06EA528}">
      <dgm:prSet/>
      <dgm:spPr/>
      <dgm:t>
        <a:bodyPr/>
        <a:lstStyle/>
        <a:p>
          <a:endParaRPr lang="en-GB"/>
        </a:p>
      </dgm:t>
    </dgm:pt>
    <dgm:pt modelId="{539BB456-A156-4E8E-96BB-13DB12E267EA}" type="sibTrans" cxnId="{C801D9F8-12FD-4692-BA27-2EF2E06EA528}">
      <dgm:prSet/>
      <dgm:spPr/>
      <dgm:t>
        <a:bodyPr/>
        <a:lstStyle/>
        <a:p>
          <a:endParaRPr lang="en-GB"/>
        </a:p>
      </dgm:t>
    </dgm:pt>
    <dgm:pt modelId="{C26A800F-D548-489D-AE2D-3BDEA6314DD4}">
      <dgm:prSet phldrT="[Text]" phldr="0"/>
      <dgm:spPr/>
      <dgm:t>
        <a:bodyPr/>
        <a:lstStyle/>
        <a:p>
          <a:r>
            <a:rPr lang="en-GB" dirty="0"/>
            <a:t>Building and training the graph neural network responsible for the recommendations</a:t>
          </a:r>
        </a:p>
      </dgm:t>
    </dgm:pt>
    <dgm:pt modelId="{4CCD72A3-6136-4D81-AA7B-2705B09C3247}" type="parTrans" cxnId="{4386124C-2151-411C-8D31-2090D299EFF0}">
      <dgm:prSet/>
      <dgm:spPr/>
      <dgm:t>
        <a:bodyPr/>
        <a:lstStyle/>
        <a:p>
          <a:endParaRPr lang="en-GB"/>
        </a:p>
      </dgm:t>
    </dgm:pt>
    <dgm:pt modelId="{0AD7E7ED-865C-4732-8221-79AB76B90085}" type="sibTrans" cxnId="{4386124C-2151-411C-8D31-2090D299EFF0}">
      <dgm:prSet/>
      <dgm:spPr/>
      <dgm:t>
        <a:bodyPr/>
        <a:lstStyle/>
        <a:p>
          <a:endParaRPr lang="en-GB"/>
        </a:p>
      </dgm:t>
    </dgm:pt>
    <dgm:pt modelId="{0016F6A9-F489-42A1-95AB-9DBECC1CD5EE}">
      <dgm:prSet/>
      <dgm:spPr/>
      <dgm:t>
        <a:bodyPr/>
        <a:lstStyle/>
        <a:p>
          <a:r>
            <a:rPr lang="en-GB" dirty="0"/>
            <a:t>Storing, loading, and running the GNN for inference during application runtime (inference)</a:t>
          </a:r>
        </a:p>
      </dgm:t>
    </dgm:pt>
    <dgm:pt modelId="{9CB4CBAF-A795-4840-9DF8-2E9D8B6D7266}" type="parTrans" cxnId="{19FBB37E-7F43-40FF-AAF5-0504CBDE15C9}">
      <dgm:prSet/>
      <dgm:spPr/>
      <dgm:t>
        <a:bodyPr/>
        <a:lstStyle/>
        <a:p>
          <a:endParaRPr lang="en-GB"/>
        </a:p>
      </dgm:t>
    </dgm:pt>
    <dgm:pt modelId="{C44C10A8-3178-4B42-BD65-4C70604A2466}" type="sibTrans" cxnId="{19FBB37E-7F43-40FF-AAF5-0504CBDE15C9}">
      <dgm:prSet/>
      <dgm:spPr/>
      <dgm:t>
        <a:bodyPr/>
        <a:lstStyle/>
        <a:p>
          <a:endParaRPr lang="en-GB"/>
        </a:p>
      </dgm:t>
    </dgm:pt>
    <dgm:pt modelId="{B7C0FA47-FAC4-4EED-86A8-31A550B20B5B}">
      <dgm:prSet/>
      <dgm:spPr/>
      <dgm:t>
        <a:bodyPr/>
        <a:lstStyle/>
        <a:p>
          <a:r>
            <a:rPr lang="en-GB" dirty="0"/>
            <a:t>Schedule, running, and tracking the GNN training runs and hyperparameter optimization to improve the model</a:t>
          </a:r>
        </a:p>
      </dgm:t>
    </dgm:pt>
    <dgm:pt modelId="{B957660C-78BA-4BCB-877E-76B21B0BD100}" type="parTrans" cxnId="{F00F5F9D-65CB-4349-9B64-31E8AE1B7AC8}">
      <dgm:prSet/>
      <dgm:spPr/>
      <dgm:t>
        <a:bodyPr/>
        <a:lstStyle/>
        <a:p>
          <a:endParaRPr lang="en-GB"/>
        </a:p>
      </dgm:t>
    </dgm:pt>
    <dgm:pt modelId="{FF804B2A-FE46-4A2F-9F51-B626FEF9DFA3}" type="sibTrans" cxnId="{F00F5F9D-65CB-4349-9B64-31E8AE1B7AC8}">
      <dgm:prSet/>
      <dgm:spPr/>
      <dgm:t>
        <a:bodyPr/>
        <a:lstStyle/>
        <a:p>
          <a:endParaRPr lang="en-GB"/>
        </a:p>
      </dgm:t>
    </dgm:pt>
    <dgm:pt modelId="{A237648E-4C8E-4005-A96D-1C518F33BC02}" type="pres">
      <dgm:prSet presAssocID="{2ABA915B-E6A0-4003-9493-F8D4DEC82A93}" presName="linear" presStyleCnt="0">
        <dgm:presLayoutVars>
          <dgm:dir/>
          <dgm:animLvl val="lvl"/>
          <dgm:resizeHandles val="exact"/>
        </dgm:presLayoutVars>
      </dgm:prSet>
      <dgm:spPr/>
    </dgm:pt>
    <dgm:pt modelId="{5A87E17F-E4A4-4A75-B117-2064328DAD44}" type="pres">
      <dgm:prSet presAssocID="{AA719EB2-4535-43A9-9B28-A09CFEED6D70}" presName="parentLin" presStyleCnt="0"/>
      <dgm:spPr/>
    </dgm:pt>
    <dgm:pt modelId="{AE8EAF28-EC8E-42F1-A31D-A2DE7697FDB0}" type="pres">
      <dgm:prSet presAssocID="{AA719EB2-4535-43A9-9B28-A09CFEED6D70}" presName="parentLeftMargin" presStyleLbl="node1" presStyleIdx="0" presStyleCnt="3"/>
      <dgm:spPr/>
    </dgm:pt>
    <dgm:pt modelId="{8F3C4300-9FFC-4BED-A705-375F82AABF8A}" type="pres">
      <dgm:prSet presAssocID="{AA719EB2-4535-43A9-9B28-A09CFEED6D70}" presName="parentText" presStyleLbl="node1" presStyleIdx="0" presStyleCnt="3">
        <dgm:presLayoutVars>
          <dgm:chMax val="0"/>
          <dgm:bulletEnabled val="1"/>
        </dgm:presLayoutVars>
      </dgm:prSet>
      <dgm:spPr/>
    </dgm:pt>
    <dgm:pt modelId="{FF3E4728-B337-48A1-8687-C5738D4D71EF}" type="pres">
      <dgm:prSet presAssocID="{AA719EB2-4535-43A9-9B28-A09CFEED6D70}" presName="negativeSpace" presStyleCnt="0"/>
      <dgm:spPr/>
    </dgm:pt>
    <dgm:pt modelId="{4FD01C1C-FD2A-414B-9D50-1C140A6C4021}" type="pres">
      <dgm:prSet presAssocID="{AA719EB2-4535-43A9-9B28-A09CFEED6D70}" presName="childText" presStyleLbl="conFgAcc1" presStyleIdx="0" presStyleCnt="3">
        <dgm:presLayoutVars>
          <dgm:bulletEnabled val="1"/>
        </dgm:presLayoutVars>
      </dgm:prSet>
      <dgm:spPr/>
    </dgm:pt>
    <dgm:pt modelId="{25E02C0B-054A-4CE7-823F-3C9558E586AA}" type="pres">
      <dgm:prSet presAssocID="{210A2C90-E522-4F71-8ED3-91806A7E1015}" presName="spaceBetweenRectangles" presStyleCnt="0"/>
      <dgm:spPr/>
    </dgm:pt>
    <dgm:pt modelId="{1592E590-0797-4B04-BCB6-08322AE776D8}" type="pres">
      <dgm:prSet presAssocID="{560A3818-DD32-453F-B7D8-42DDA777E104}" presName="parentLin" presStyleCnt="0"/>
      <dgm:spPr/>
    </dgm:pt>
    <dgm:pt modelId="{1FF3EA9A-D2D6-4A1D-BD8F-F38F41E616C6}" type="pres">
      <dgm:prSet presAssocID="{560A3818-DD32-453F-B7D8-42DDA777E104}" presName="parentLeftMargin" presStyleLbl="node1" presStyleIdx="0" presStyleCnt="3"/>
      <dgm:spPr/>
    </dgm:pt>
    <dgm:pt modelId="{D86FA452-B104-4063-B842-2534A319E10D}" type="pres">
      <dgm:prSet presAssocID="{560A3818-DD32-453F-B7D8-42DDA777E104}" presName="parentText" presStyleLbl="node1" presStyleIdx="1" presStyleCnt="3">
        <dgm:presLayoutVars>
          <dgm:chMax val="0"/>
          <dgm:bulletEnabled val="1"/>
        </dgm:presLayoutVars>
      </dgm:prSet>
      <dgm:spPr/>
    </dgm:pt>
    <dgm:pt modelId="{36F7E111-C321-40D8-A994-D59F1935A7F6}" type="pres">
      <dgm:prSet presAssocID="{560A3818-DD32-453F-B7D8-42DDA777E104}" presName="negativeSpace" presStyleCnt="0"/>
      <dgm:spPr/>
    </dgm:pt>
    <dgm:pt modelId="{83C8EB63-8E90-42B8-8C4B-A12170367E72}" type="pres">
      <dgm:prSet presAssocID="{560A3818-DD32-453F-B7D8-42DDA777E104}" presName="childText" presStyleLbl="conFgAcc1" presStyleIdx="1" presStyleCnt="3">
        <dgm:presLayoutVars>
          <dgm:bulletEnabled val="1"/>
        </dgm:presLayoutVars>
      </dgm:prSet>
      <dgm:spPr/>
    </dgm:pt>
    <dgm:pt modelId="{E2E0BAF9-5FA3-43F1-B8D0-76EDB239EA8F}" type="pres">
      <dgm:prSet presAssocID="{F12038AF-5141-434E-A378-223E8409226D}" presName="spaceBetweenRectangles" presStyleCnt="0"/>
      <dgm:spPr/>
    </dgm:pt>
    <dgm:pt modelId="{987E990F-B214-45F6-8068-C5DBF3FD176C}" type="pres">
      <dgm:prSet presAssocID="{A26E1844-C1B9-4C0E-B55E-A2167AB7F93F}" presName="parentLin" presStyleCnt="0"/>
      <dgm:spPr/>
    </dgm:pt>
    <dgm:pt modelId="{8050D532-0B17-41D7-8306-C272FE71E192}" type="pres">
      <dgm:prSet presAssocID="{A26E1844-C1B9-4C0E-B55E-A2167AB7F93F}" presName="parentLeftMargin" presStyleLbl="node1" presStyleIdx="1" presStyleCnt="3"/>
      <dgm:spPr/>
    </dgm:pt>
    <dgm:pt modelId="{036218D3-C188-4B64-BF2D-BD01CB163DE2}" type="pres">
      <dgm:prSet presAssocID="{A26E1844-C1B9-4C0E-B55E-A2167AB7F93F}" presName="parentText" presStyleLbl="node1" presStyleIdx="2" presStyleCnt="3">
        <dgm:presLayoutVars>
          <dgm:chMax val="0"/>
          <dgm:bulletEnabled val="1"/>
        </dgm:presLayoutVars>
      </dgm:prSet>
      <dgm:spPr/>
    </dgm:pt>
    <dgm:pt modelId="{B8918580-9F92-416E-A40D-8A19770B2633}" type="pres">
      <dgm:prSet presAssocID="{A26E1844-C1B9-4C0E-B55E-A2167AB7F93F}" presName="negativeSpace" presStyleCnt="0"/>
      <dgm:spPr/>
    </dgm:pt>
    <dgm:pt modelId="{4A513523-30DD-4F38-BA35-5C7AF5C2CF9A}" type="pres">
      <dgm:prSet presAssocID="{A26E1844-C1B9-4C0E-B55E-A2167AB7F93F}" presName="childText" presStyleLbl="conFgAcc1" presStyleIdx="2" presStyleCnt="3">
        <dgm:presLayoutVars>
          <dgm:bulletEnabled val="1"/>
        </dgm:presLayoutVars>
      </dgm:prSet>
      <dgm:spPr/>
    </dgm:pt>
  </dgm:ptLst>
  <dgm:cxnLst>
    <dgm:cxn modelId="{58C4C72E-FCE0-4399-83AA-563A02F6870A}" type="presOf" srcId="{AA719EB2-4535-43A9-9B28-A09CFEED6D70}" destId="{8F3C4300-9FFC-4BED-A705-375F82AABF8A}" srcOrd="1" destOrd="0" presId="urn:microsoft.com/office/officeart/2005/8/layout/list1"/>
    <dgm:cxn modelId="{39224431-15A6-4DE8-9161-5EB015D9D86C}" type="presOf" srcId="{AA719EB2-4535-43A9-9B28-A09CFEED6D70}" destId="{AE8EAF28-EC8E-42F1-A31D-A2DE7697FDB0}" srcOrd="0" destOrd="0" presId="urn:microsoft.com/office/officeart/2005/8/layout/list1"/>
    <dgm:cxn modelId="{E6AE103F-D140-44E7-90D1-7E4CCD68A4ED}" type="presOf" srcId="{0016F6A9-F489-42A1-95AB-9DBECC1CD5EE}" destId="{83C8EB63-8E90-42B8-8C4B-A12170367E72}" srcOrd="0" destOrd="0" presId="urn:microsoft.com/office/officeart/2005/8/layout/list1"/>
    <dgm:cxn modelId="{12E7345C-9BF0-418E-B0C7-DAFFC023AF31}" type="presOf" srcId="{2ABA915B-E6A0-4003-9493-F8D4DEC82A93}" destId="{A237648E-4C8E-4005-A96D-1C518F33BC02}" srcOrd="0" destOrd="0" presId="urn:microsoft.com/office/officeart/2005/8/layout/list1"/>
    <dgm:cxn modelId="{4386124C-2151-411C-8D31-2090D299EFF0}" srcId="{AA719EB2-4535-43A9-9B28-A09CFEED6D70}" destId="{C26A800F-D548-489D-AE2D-3BDEA6314DD4}" srcOrd="0" destOrd="0" parTransId="{4CCD72A3-6136-4D81-AA7B-2705B09C3247}" sibTransId="{0AD7E7ED-865C-4732-8221-79AB76B90085}"/>
    <dgm:cxn modelId="{36C1236C-41CC-41D3-87C2-0B822BC5D4E4}" type="presOf" srcId="{B7C0FA47-FAC4-4EED-86A8-31A550B20B5B}" destId="{4A513523-30DD-4F38-BA35-5C7AF5C2CF9A}" srcOrd="0" destOrd="0" presId="urn:microsoft.com/office/officeart/2005/8/layout/list1"/>
    <dgm:cxn modelId="{19FBB37E-7F43-40FF-AAF5-0504CBDE15C9}" srcId="{560A3818-DD32-453F-B7D8-42DDA777E104}" destId="{0016F6A9-F489-42A1-95AB-9DBECC1CD5EE}" srcOrd="0" destOrd="0" parTransId="{9CB4CBAF-A795-4840-9DF8-2E9D8B6D7266}" sibTransId="{C44C10A8-3178-4B42-BD65-4C70604A2466}"/>
    <dgm:cxn modelId="{ACBBE98F-280C-41EA-8E8D-B57DA3B8F7ED}" type="presOf" srcId="{560A3818-DD32-453F-B7D8-42DDA777E104}" destId="{D86FA452-B104-4063-B842-2534A319E10D}" srcOrd="1" destOrd="0" presId="urn:microsoft.com/office/officeart/2005/8/layout/list1"/>
    <dgm:cxn modelId="{423AEA9A-75FD-4617-8147-27E30F78DA4C}" type="presOf" srcId="{A26E1844-C1B9-4C0E-B55E-A2167AB7F93F}" destId="{036218D3-C188-4B64-BF2D-BD01CB163DE2}" srcOrd="1" destOrd="0" presId="urn:microsoft.com/office/officeart/2005/8/layout/list1"/>
    <dgm:cxn modelId="{F00F5F9D-65CB-4349-9B64-31E8AE1B7AC8}" srcId="{A26E1844-C1B9-4C0E-B55E-A2167AB7F93F}" destId="{B7C0FA47-FAC4-4EED-86A8-31A550B20B5B}" srcOrd="0" destOrd="0" parTransId="{B957660C-78BA-4BCB-877E-76B21B0BD100}" sibTransId="{FF804B2A-FE46-4A2F-9F51-B626FEF9DFA3}"/>
    <dgm:cxn modelId="{147AF8A0-DC34-47CE-B816-5EC0E7E41FA7}" type="presOf" srcId="{C26A800F-D548-489D-AE2D-3BDEA6314DD4}" destId="{4FD01C1C-FD2A-414B-9D50-1C140A6C4021}" srcOrd="0" destOrd="0" presId="urn:microsoft.com/office/officeart/2005/8/layout/list1"/>
    <dgm:cxn modelId="{4FD006BC-2FDB-41D3-ABD8-1DA5B840A92E}" srcId="{2ABA915B-E6A0-4003-9493-F8D4DEC82A93}" destId="{560A3818-DD32-453F-B7D8-42DDA777E104}" srcOrd="1" destOrd="0" parTransId="{8A0D460D-3178-4196-BC34-14782D9DDDE0}" sibTransId="{F12038AF-5141-434E-A378-223E8409226D}"/>
    <dgm:cxn modelId="{8F77D2CC-52D5-4122-8B49-198ECA77F975}" type="presOf" srcId="{A26E1844-C1B9-4C0E-B55E-A2167AB7F93F}" destId="{8050D532-0B17-41D7-8306-C272FE71E192}" srcOrd="0" destOrd="0" presId="urn:microsoft.com/office/officeart/2005/8/layout/list1"/>
    <dgm:cxn modelId="{829DA2DA-29FC-4CBA-83B2-1C55CEF2A0BB}" type="presOf" srcId="{560A3818-DD32-453F-B7D8-42DDA777E104}" destId="{1FF3EA9A-D2D6-4A1D-BD8F-F38F41E616C6}" srcOrd="0" destOrd="0" presId="urn:microsoft.com/office/officeart/2005/8/layout/list1"/>
    <dgm:cxn modelId="{C801D9F8-12FD-4692-BA27-2EF2E06EA528}" srcId="{2ABA915B-E6A0-4003-9493-F8D4DEC82A93}" destId="{A26E1844-C1B9-4C0E-B55E-A2167AB7F93F}" srcOrd="2" destOrd="0" parTransId="{1FD39A27-6DCB-44F6-8C1C-1C65FCAAD060}" sibTransId="{539BB456-A156-4E8E-96BB-13DB12E267EA}"/>
    <dgm:cxn modelId="{DBAABFFF-8462-4F70-8B1C-2D8A76F17ADB}" srcId="{2ABA915B-E6A0-4003-9493-F8D4DEC82A93}" destId="{AA719EB2-4535-43A9-9B28-A09CFEED6D70}" srcOrd="0" destOrd="0" parTransId="{9359ECFD-302B-4D49-942C-8A7A20B6B8CF}" sibTransId="{210A2C90-E522-4F71-8ED3-91806A7E1015}"/>
    <dgm:cxn modelId="{8B47D350-0FF1-49CC-9EC1-B687E7BA4AA6}" type="presParOf" srcId="{A237648E-4C8E-4005-A96D-1C518F33BC02}" destId="{5A87E17F-E4A4-4A75-B117-2064328DAD44}" srcOrd="0" destOrd="0" presId="urn:microsoft.com/office/officeart/2005/8/layout/list1"/>
    <dgm:cxn modelId="{33467774-C76F-4BB2-85C6-2267ECE03B86}" type="presParOf" srcId="{5A87E17F-E4A4-4A75-B117-2064328DAD44}" destId="{AE8EAF28-EC8E-42F1-A31D-A2DE7697FDB0}" srcOrd="0" destOrd="0" presId="urn:microsoft.com/office/officeart/2005/8/layout/list1"/>
    <dgm:cxn modelId="{72917A6C-343A-4BA2-8505-54130F1583C4}" type="presParOf" srcId="{5A87E17F-E4A4-4A75-B117-2064328DAD44}" destId="{8F3C4300-9FFC-4BED-A705-375F82AABF8A}" srcOrd="1" destOrd="0" presId="urn:microsoft.com/office/officeart/2005/8/layout/list1"/>
    <dgm:cxn modelId="{5D3A16BD-8741-41D4-B921-C5F976714CF7}" type="presParOf" srcId="{A237648E-4C8E-4005-A96D-1C518F33BC02}" destId="{FF3E4728-B337-48A1-8687-C5738D4D71EF}" srcOrd="1" destOrd="0" presId="urn:microsoft.com/office/officeart/2005/8/layout/list1"/>
    <dgm:cxn modelId="{32F4D123-3992-4049-A457-0C356C5F4FB1}" type="presParOf" srcId="{A237648E-4C8E-4005-A96D-1C518F33BC02}" destId="{4FD01C1C-FD2A-414B-9D50-1C140A6C4021}" srcOrd="2" destOrd="0" presId="urn:microsoft.com/office/officeart/2005/8/layout/list1"/>
    <dgm:cxn modelId="{89782A32-C276-4E07-9E3D-D18FF58CC957}" type="presParOf" srcId="{A237648E-4C8E-4005-A96D-1C518F33BC02}" destId="{25E02C0B-054A-4CE7-823F-3C9558E586AA}" srcOrd="3" destOrd="0" presId="urn:microsoft.com/office/officeart/2005/8/layout/list1"/>
    <dgm:cxn modelId="{D0178B42-1B13-4DA9-B1A7-1BE7CEFFBAC5}" type="presParOf" srcId="{A237648E-4C8E-4005-A96D-1C518F33BC02}" destId="{1592E590-0797-4B04-BCB6-08322AE776D8}" srcOrd="4" destOrd="0" presId="urn:microsoft.com/office/officeart/2005/8/layout/list1"/>
    <dgm:cxn modelId="{AA717F87-9D49-4077-A0A3-77F550B80698}" type="presParOf" srcId="{1592E590-0797-4B04-BCB6-08322AE776D8}" destId="{1FF3EA9A-D2D6-4A1D-BD8F-F38F41E616C6}" srcOrd="0" destOrd="0" presId="urn:microsoft.com/office/officeart/2005/8/layout/list1"/>
    <dgm:cxn modelId="{5A958D64-4E84-4A59-A24B-61A12C2A5697}" type="presParOf" srcId="{1592E590-0797-4B04-BCB6-08322AE776D8}" destId="{D86FA452-B104-4063-B842-2534A319E10D}" srcOrd="1" destOrd="0" presId="urn:microsoft.com/office/officeart/2005/8/layout/list1"/>
    <dgm:cxn modelId="{51E7C084-58DD-4693-8FBA-E600DACAFA79}" type="presParOf" srcId="{A237648E-4C8E-4005-A96D-1C518F33BC02}" destId="{36F7E111-C321-40D8-A994-D59F1935A7F6}" srcOrd="5" destOrd="0" presId="urn:microsoft.com/office/officeart/2005/8/layout/list1"/>
    <dgm:cxn modelId="{030F8C23-5DA6-47D4-B7C9-8C9BA6176180}" type="presParOf" srcId="{A237648E-4C8E-4005-A96D-1C518F33BC02}" destId="{83C8EB63-8E90-42B8-8C4B-A12170367E72}" srcOrd="6" destOrd="0" presId="urn:microsoft.com/office/officeart/2005/8/layout/list1"/>
    <dgm:cxn modelId="{C5F7453C-818A-4774-9170-85A2690E5550}" type="presParOf" srcId="{A237648E-4C8E-4005-A96D-1C518F33BC02}" destId="{E2E0BAF9-5FA3-43F1-B8D0-76EDB239EA8F}" srcOrd="7" destOrd="0" presId="urn:microsoft.com/office/officeart/2005/8/layout/list1"/>
    <dgm:cxn modelId="{148C1E5D-9947-4B30-83C4-D4003B85579B}" type="presParOf" srcId="{A237648E-4C8E-4005-A96D-1C518F33BC02}" destId="{987E990F-B214-45F6-8068-C5DBF3FD176C}" srcOrd="8" destOrd="0" presId="urn:microsoft.com/office/officeart/2005/8/layout/list1"/>
    <dgm:cxn modelId="{F915CDF4-F4BC-4D10-A623-9FC1973E3047}" type="presParOf" srcId="{987E990F-B214-45F6-8068-C5DBF3FD176C}" destId="{8050D532-0B17-41D7-8306-C272FE71E192}" srcOrd="0" destOrd="0" presId="urn:microsoft.com/office/officeart/2005/8/layout/list1"/>
    <dgm:cxn modelId="{FD167D79-BAE5-4E68-99BE-E98B19357188}" type="presParOf" srcId="{987E990F-B214-45F6-8068-C5DBF3FD176C}" destId="{036218D3-C188-4B64-BF2D-BD01CB163DE2}" srcOrd="1" destOrd="0" presId="urn:microsoft.com/office/officeart/2005/8/layout/list1"/>
    <dgm:cxn modelId="{D63A905B-0F2B-48F6-B169-A83296FF5ECA}" type="presParOf" srcId="{A237648E-4C8E-4005-A96D-1C518F33BC02}" destId="{B8918580-9F92-416E-A40D-8A19770B2633}" srcOrd="9" destOrd="0" presId="urn:microsoft.com/office/officeart/2005/8/layout/list1"/>
    <dgm:cxn modelId="{0B9E4E2E-6C5A-4E9F-B199-CC6BAF47BBEE}" type="presParOf" srcId="{A237648E-4C8E-4005-A96D-1C518F33BC02}" destId="{4A513523-30DD-4F38-BA35-5C7AF5C2CF9A}"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ABA915B-E6A0-4003-9493-F8D4DEC82A9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AA719EB2-4535-43A9-9B28-A09CFEED6D70}">
      <dgm:prSet phldrT="[Text]" phldr="0"/>
      <dgm:spPr/>
      <dgm:t>
        <a:bodyPr/>
        <a:lstStyle/>
        <a:p>
          <a:pPr defTabSz="357188"/>
          <a:r>
            <a:rPr lang="en-GB" dirty="0"/>
            <a:t>	PostgreSQL</a:t>
          </a:r>
        </a:p>
      </dgm:t>
    </dgm:pt>
    <dgm:pt modelId="{9359ECFD-302B-4D49-942C-8A7A20B6B8CF}" type="parTrans" cxnId="{DBAABFFF-8462-4F70-8B1C-2D8A76F17ADB}">
      <dgm:prSet/>
      <dgm:spPr/>
      <dgm:t>
        <a:bodyPr/>
        <a:lstStyle/>
        <a:p>
          <a:endParaRPr lang="en-GB"/>
        </a:p>
      </dgm:t>
    </dgm:pt>
    <dgm:pt modelId="{210A2C90-E522-4F71-8ED3-91806A7E1015}" type="sibTrans" cxnId="{DBAABFFF-8462-4F70-8B1C-2D8A76F17ADB}">
      <dgm:prSet/>
      <dgm:spPr/>
      <dgm:t>
        <a:bodyPr/>
        <a:lstStyle/>
        <a:p>
          <a:endParaRPr lang="en-GB"/>
        </a:p>
      </dgm:t>
    </dgm:pt>
    <dgm:pt modelId="{37C5A0BB-8421-4441-B79C-52D8E2E9EC78}">
      <dgm:prSet phldrT="[Text]" phldr="0"/>
      <dgm:spPr/>
      <dgm:t>
        <a:bodyPr/>
        <a:lstStyle/>
        <a:p>
          <a:r>
            <a:rPr lang="en-GB" dirty="0"/>
            <a:t>In order to access the needed data from the application during inference, the existing CSV-file is converted and stored in a RDBMS</a:t>
          </a:r>
        </a:p>
      </dgm:t>
    </dgm:pt>
    <dgm:pt modelId="{1A26FB14-6B94-422E-BAA2-F28833111E5D}" type="parTrans" cxnId="{C62F9985-7135-4897-866C-E3F33B0D16F8}">
      <dgm:prSet/>
      <dgm:spPr/>
      <dgm:t>
        <a:bodyPr/>
        <a:lstStyle/>
        <a:p>
          <a:endParaRPr lang="en-GB"/>
        </a:p>
      </dgm:t>
    </dgm:pt>
    <dgm:pt modelId="{4412671A-903D-4EDB-B386-D6245EB494A6}" type="sibTrans" cxnId="{C62F9985-7135-4897-866C-E3F33B0D16F8}">
      <dgm:prSet/>
      <dgm:spPr/>
      <dgm:t>
        <a:bodyPr/>
        <a:lstStyle/>
        <a:p>
          <a:endParaRPr lang="en-GB"/>
        </a:p>
      </dgm:t>
    </dgm:pt>
    <dgm:pt modelId="{244D6308-0922-4EDE-AA2D-14F055DA2BA3}">
      <dgm:prSet phldrT="[Text]" phldr="0"/>
      <dgm:spPr/>
      <dgm:t>
        <a:bodyPr/>
        <a:lstStyle/>
        <a:p>
          <a:pPr defTabSz="357188"/>
          <a:r>
            <a:rPr lang="en-GB" dirty="0"/>
            <a:t>	</a:t>
          </a:r>
          <a:r>
            <a:rPr lang="en-GB" dirty="0" err="1"/>
            <a:t>FastAPI</a:t>
          </a:r>
          <a:endParaRPr lang="en-GB" dirty="0"/>
        </a:p>
      </dgm:t>
    </dgm:pt>
    <dgm:pt modelId="{26F00CF0-C261-448D-B6C6-6DA3F3AA6C08}" type="parTrans" cxnId="{152EF39E-8CC9-4EC4-AA4A-BF8D5CAC05D7}">
      <dgm:prSet/>
      <dgm:spPr/>
      <dgm:t>
        <a:bodyPr/>
        <a:lstStyle/>
        <a:p>
          <a:endParaRPr lang="en-GB"/>
        </a:p>
      </dgm:t>
    </dgm:pt>
    <dgm:pt modelId="{045B910C-7403-44E0-A09A-DB78C8750C28}" type="sibTrans" cxnId="{152EF39E-8CC9-4EC4-AA4A-BF8D5CAC05D7}">
      <dgm:prSet/>
      <dgm:spPr/>
      <dgm:t>
        <a:bodyPr/>
        <a:lstStyle/>
        <a:p>
          <a:endParaRPr lang="en-GB"/>
        </a:p>
      </dgm:t>
    </dgm:pt>
    <dgm:pt modelId="{0C1A1A65-B633-49D1-99A2-4C1D5134DBF3}">
      <dgm:prSet phldrT="[Text]" phldr="0"/>
      <dgm:spPr/>
      <dgm:t>
        <a:bodyPr/>
        <a:lstStyle/>
        <a:p>
          <a:r>
            <a:rPr lang="en-GB" dirty="0"/>
            <a:t>Receiving and serving request from the frontend with movies and recommendations</a:t>
          </a:r>
        </a:p>
      </dgm:t>
    </dgm:pt>
    <dgm:pt modelId="{344F15E3-3EAB-49E9-AE59-AC91421EB860}" type="parTrans" cxnId="{3FCF7EE9-3757-4529-A3E0-66A0CF24D3D8}">
      <dgm:prSet/>
      <dgm:spPr/>
      <dgm:t>
        <a:bodyPr/>
        <a:lstStyle/>
        <a:p>
          <a:endParaRPr lang="en-GB"/>
        </a:p>
      </dgm:t>
    </dgm:pt>
    <dgm:pt modelId="{66A75111-E933-4258-ACF0-D899FD836823}" type="sibTrans" cxnId="{3FCF7EE9-3757-4529-A3E0-66A0CF24D3D8}">
      <dgm:prSet/>
      <dgm:spPr/>
      <dgm:t>
        <a:bodyPr/>
        <a:lstStyle/>
        <a:p>
          <a:endParaRPr lang="en-GB"/>
        </a:p>
      </dgm:t>
    </dgm:pt>
    <dgm:pt modelId="{1908EBC2-8DDE-46D8-AFF2-540256793B2D}">
      <dgm:prSet phldrT="[Text]" phldr="0"/>
      <dgm:spPr/>
      <dgm:t>
        <a:bodyPr/>
        <a:lstStyle/>
        <a:p>
          <a:pPr>
            <a:tabLst>
              <a:tab pos="357188" algn="l"/>
            </a:tabLst>
          </a:pPr>
          <a:r>
            <a:rPr lang="en-GB" dirty="0"/>
            <a:t>	</a:t>
          </a:r>
          <a:r>
            <a:rPr lang="en-GB" dirty="0" err="1"/>
            <a:t>Steamlit</a:t>
          </a:r>
          <a:endParaRPr lang="en-GB" dirty="0"/>
        </a:p>
      </dgm:t>
    </dgm:pt>
    <dgm:pt modelId="{26DF48D7-7526-485E-91D5-9561230CA4F9}" type="parTrans" cxnId="{FFF6D981-E7FA-4739-9332-E3993435DE62}">
      <dgm:prSet/>
      <dgm:spPr/>
      <dgm:t>
        <a:bodyPr/>
        <a:lstStyle/>
        <a:p>
          <a:endParaRPr lang="en-GB"/>
        </a:p>
      </dgm:t>
    </dgm:pt>
    <dgm:pt modelId="{8236658F-5C0A-4A3E-BEA6-14AF65609F8B}" type="sibTrans" cxnId="{FFF6D981-E7FA-4739-9332-E3993435DE62}">
      <dgm:prSet/>
      <dgm:spPr/>
      <dgm:t>
        <a:bodyPr/>
        <a:lstStyle/>
        <a:p>
          <a:endParaRPr lang="en-GB"/>
        </a:p>
      </dgm:t>
    </dgm:pt>
    <dgm:pt modelId="{ECA85DD4-D216-40BE-BFE9-6548D95F8593}">
      <dgm:prSet phldrT="[Text]" phldr="0"/>
      <dgm:spPr/>
      <dgm:t>
        <a:bodyPr/>
        <a:lstStyle/>
        <a:p>
          <a:r>
            <a:rPr lang="en-GB" dirty="0"/>
            <a:t>Building a simple web GUI for the user to interact with the tool</a:t>
          </a:r>
        </a:p>
      </dgm:t>
    </dgm:pt>
    <dgm:pt modelId="{65650B31-2BAB-4A13-A91C-C486225E266E}" type="parTrans" cxnId="{B0CDA585-E681-4C33-85A2-8CA05C791EFB}">
      <dgm:prSet/>
      <dgm:spPr/>
      <dgm:t>
        <a:bodyPr/>
        <a:lstStyle/>
        <a:p>
          <a:endParaRPr lang="en-GB"/>
        </a:p>
      </dgm:t>
    </dgm:pt>
    <dgm:pt modelId="{324999FC-29D0-4F46-BFA8-390B81884C56}" type="sibTrans" cxnId="{B0CDA585-E681-4C33-85A2-8CA05C791EFB}">
      <dgm:prSet/>
      <dgm:spPr/>
      <dgm:t>
        <a:bodyPr/>
        <a:lstStyle/>
        <a:p>
          <a:endParaRPr lang="en-GB"/>
        </a:p>
      </dgm:t>
    </dgm:pt>
    <dgm:pt modelId="{88FD8B6B-0836-418F-8383-95DE51D9E8A3}" type="pres">
      <dgm:prSet presAssocID="{2ABA915B-E6A0-4003-9493-F8D4DEC82A93}" presName="linear" presStyleCnt="0">
        <dgm:presLayoutVars>
          <dgm:dir/>
          <dgm:animLvl val="lvl"/>
          <dgm:resizeHandles val="exact"/>
        </dgm:presLayoutVars>
      </dgm:prSet>
      <dgm:spPr/>
    </dgm:pt>
    <dgm:pt modelId="{0FAC61B4-F046-475E-B737-69E9DD5C8EFB}" type="pres">
      <dgm:prSet presAssocID="{AA719EB2-4535-43A9-9B28-A09CFEED6D70}" presName="parentLin" presStyleCnt="0"/>
      <dgm:spPr/>
    </dgm:pt>
    <dgm:pt modelId="{48E29747-38CC-4656-9D5D-88A14B9D0B4D}" type="pres">
      <dgm:prSet presAssocID="{AA719EB2-4535-43A9-9B28-A09CFEED6D70}" presName="parentLeftMargin" presStyleLbl="node1" presStyleIdx="0" presStyleCnt="3"/>
      <dgm:spPr/>
    </dgm:pt>
    <dgm:pt modelId="{D61A610A-2245-4678-A8E7-6477A4C0346F}" type="pres">
      <dgm:prSet presAssocID="{AA719EB2-4535-43A9-9B28-A09CFEED6D70}" presName="parentText" presStyleLbl="node1" presStyleIdx="0" presStyleCnt="3">
        <dgm:presLayoutVars>
          <dgm:chMax val="0"/>
          <dgm:bulletEnabled val="1"/>
        </dgm:presLayoutVars>
      </dgm:prSet>
      <dgm:spPr/>
    </dgm:pt>
    <dgm:pt modelId="{5B8C7D9A-1EA0-48E0-B09C-F37289F83C54}" type="pres">
      <dgm:prSet presAssocID="{AA719EB2-4535-43A9-9B28-A09CFEED6D70}" presName="negativeSpace" presStyleCnt="0"/>
      <dgm:spPr/>
    </dgm:pt>
    <dgm:pt modelId="{09479F39-A169-42E7-B535-BF2A59C6B4F3}" type="pres">
      <dgm:prSet presAssocID="{AA719EB2-4535-43A9-9B28-A09CFEED6D70}" presName="childText" presStyleLbl="conFgAcc1" presStyleIdx="0" presStyleCnt="3">
        <dgm:presLayoutVars>
          <dgm:bulletEnabled val="1"/>
        </dgm:presLayoutVars>
      </dgm:prSet>
      <dgm:spPr/>
    </dgm:pt>
    <dgm:pt modelId="{BF5E89A9-8F39-4E31-99BE-D2C107EF2075}" type="pres">
      <dgm:prSet presAssocID="{210A2C90-E522-4F71-8ED3-91806A7E1015}" presName="spaceBetweenRectangles" presStyleCnt="0"/>
      <dgm:spPr/>
    </dgm:pt>
    <dgm:pt modelId="{64928582-7F83-4014-962B-2607C58AE121}" type="pres">
      <dgm:prSet presAssocID="{244D6308-0922-4EDE-AA2D-14F055DA2BA3}" presName="parentLin" presStyleCnt="0"/>
      <dgm:spPr/>
    </dgm:pt>
    <dgm:pt modelId="{DFDCC816-76D5-425D-A765-51B4E3027359}" type="pres">
      <dgm:prSet presAssocID="{244D6308-0922-4EDE-AA2D-14F055DA2BA3}" presName="parentLeftMargin" presStyleLbl="node1" presStyleIdx="0" presStyleCnt="3"/>
      <dgm:spPr/>
    </dgm:pt>
    <dgm:pt modelId="{149C4747-D0FE-454C-A175-10E4DC4128BF}" type="pres">
      <dgm:prSet presAssocID="{244D6308-0922-4EDE-AA2D-14F055DA2BA3}" presName="parentText" presStyleLbl="node1" presStyleIdx="1" presStyleCnt="3">
        <dgm:presLayoutVars>
          <dgm:chMax val="0"/>
          <dgm:bulletEnabled val="1"/>
        </dgm:presLayoutVars>
      </dgm:prSet>
      <dgm:spPr/>
    </dgm:pt>
    <dgm:pt modelId="{10E41A4A-4957-4DDE-994A-D93B8826A198}" type="pres">
      <dgm:prSet presAssocID="{244D6308-0922-4EDE-AA2D-14F055DA2BA3}" presName="negativeSpace" presStyleCnt="0"/>
      <dgm:spPr/>
    </dgm:pt>
    <dgm:pt modelId="{05DEEE74-092C-4E06-B34E-D2ECB89753CB}" type="pres">
      <dgm:prSet presAssocID="{244D6308-0922-4EDE-AA2D-14F055DA2BA3}" presName="childText" presStyleLbl="conFgAcc1" presStyleIdx="1" presStyleCnt="3">
        <dgm:presLayoutVars>
          <dgm:bulletEnabled val="1"/>
        </dgm:presLayoutVars>
      </dgm:prSet>
      <dgm:spPr/>
    </dgm:pt>
    <dgm:pt modelId="{F95ED789-8260-4AB7-BA50-6204B088C434}" type="pres">
      <dgm:prSet presAssocID="{045B910C-7403-44E0-A09A-DB78C8750C28}" presName="spaceBetweenRectangles" presStyleCnt="0"/>
      <dgm:spPr/>
    </dgm:pt>
    <dgm:pt modelId="{BD740B67-F760-4AA7-BA55-09C55B3719D7}" type="pres">
      <dgm:prSet presAssocID="{1908EBC2-8DDE-46D8-AFF2-540256793B2D}" presName="parentLin" presStyleCnt="0"/>
      <dgm:spPr/>
    </dgm:pt>
    <dgm:pt modelId="{189EBA8B-1D79-4E20-84D8-2480BB231F24}" type="pres">
      <dgm:prSet presAssocID="{1908EBC2-8DDE-46D8-AFF2-540256793B2D}" presName="parentLeftMargin" presStyleLbl="node1" presStyleIdx="1" presStyleCnt="3"/>
      <dgm:spPr/>
    </dgm:pt>
    <dgm:pt modelId="{A5D08D67-7095-4B8C-9EBB-0E3465BDCEF9}" type="pres">
      <dgm:prSet presAssocID="{1908EBC2-8DDE-46D8-AFF2-540256793B2D}" presName="parentText" presStyleLbl="node1" presStyleIdx="2" presStyleCnt="3">
        <dgm:presLayoutVars>
          <dgm:chMax val="0"/>
          <dgm:bulletEnabled val="1"/>
        </dgm:presLayoutVars>
      </dgm:prSet>
      <dgm:spPr/>
    </dgm:pt>
    <dgm:pt modelId="{10812E52-7235-4056-B5D2-CD37C4D59CE8}" type="pres">
      <dgm:prSet presAssocID="{1908EBC2-8DDE-46D8-AFF2-540256793B2D}" presName="negativeSpace" presStyleCnt="0"/>
      <dgm:spPr/>
    </dgm:pt>
    <dgm:pt modelId="{4B840658-1438-4424-87B9-0BFD34855ABD}" type="pres">
      <dgm:prSet presAssocID="{1908EBC2-8DDE-46D8-AFF2-540256793B2D}" presName="childText" presStyleLbl="conFgAcc1" presStyleIdx="2" presStyleCnt="3">
        <dgm:presLayoutVars>
          <dgm:bulletEnabled val="1"/>
        </dgm:presLayoutVars>
      </dgm:prSet>
      <dgm:spPr/>
    </dgm:pt>
  </dgm:ptLst>
  <dgm:cxnLst>
    <dgm:cxn modelId="{C0F6043B-5190-4739-AADB-2E1A78926D01}" type="presOf" srcId="{2ABA915B-E6A0-4003-9493-F8D4DEC82A93}" destId="{88FD8B6B-0836-418F-8383-95DE51D9E8A3}" srcOrd="0" destOrd="0" presId="urn:microsoft.com/office/officeart/2005/8/layout/list1"/>
    <dgm:cxn modelId="{17421E4B-583F-43BE-AA08-EC830DDBB42D}" type="presOf" srcId="{244D6308-0922-4EDE-AA2D-14F055DA2BA3}" destId="{149C4747-D0FE-454C-A175-10E4DC4128BF}" srcOrd="1" destOrd="0" presId="urn:microsoft.com/office/officeart/2005/8/layout/list1"/>
    <dgm:cxn modelId="{FBF3EF70-F12D-4865-BDBD-8E30C2A497E7}" type="presOf" srcId="{1908EBC2-8DDE-46D8-AFF2-540256793B2D}" destId="{A5D08D67-7095-4B8C-9EBB-0E3465BDCEF9}" srcOrd="1" destOrd="0" presId="urn:microsoft.com/office/officeart/2005/8/layout/list1"/>
    <dgm:cxn modelId="{FFF6D981-E7FA-4739-9332-E3993435DE62}" srcId="{2ABA915B-E6A0-4003-9493-F8D4DEC82A93}" destId="{1908EBC2-8DDE-46D8-AFF2-540256793B2D}" srcOrd="2" destOrd="0" parTransId="{26DF48D7-7526-485E-91D5-9561230CA4F9}" sibTransId="{8236658F-5C0A-4A3E-BEA6-14AF65609F8B}"/>
    <dgm:cxn modelId="{D5D5D683-EB6D-40D6-A723-3BAC723B7C33}" type="presOf" srcId="{0C1A1A65-B633-49D1-99A2-4C1D5134DBF3}" destId="{05DEEE74-092C-4E06-B34E-D2ECB89753CB}" srcOrd="0" destOrd="0" presId="urn:microsoft.com/office/officeart/2005/8/layout/list1"/>
    <dgm:cxn modelId="{C62F9985-7135-4897-866C-E3F33B0D16F8}" srcId="{AA719EB2-4535-43A9-9B28-A09CFEED6D70}" destId="{37C5A0BB-8421-4441-B79C-52D8E2E9EC78}" srcOrd="0" destOrd="0" parTransId="{1A26FB14-6B94-422E-BAA2-F28833111E5D}" sibTransId="{4412671A-903D-4EDB-B386-D6245EB494A6}"/>
    <dgm:cxn modelId="{B0CDA585-E681-4C33-85A2-8CA05C791EFB}" srcId="{1908EBC2-8DDE-46D8-AFF2-540256793B2D}" destId="{ECA85DD4-D216-40BE-BFE9-6548D95F8593}" srcOrd="0" destOrd="0" parTransId="{65650B31-2BAB-4A13-A91C-C486225E266E}" sibTransId="{324999FC-29D0-4F46-BFA8-390B81884C56}"/>
    <dgm:cxn modelId="{9D239E9C-C4CE-4025-936C-54037C759FEF}" type="presOf" srcId="{AA719EB2-4535-43A9-9B28-A09CFEED6D70}" destId="{D61A610A-2245-4678-A8E7-6477A4C0346F}" srcOrd="1" destOrd="0" presId="urn:microsoft.com/office/officeart/2005/8/layout/list1"/>
    <dgm:cxn modelId="{152EF39E-8CC9-4EC4-AA4A-BF8D5CAC05D7}" srcId="{2ABA915B-E6A0-4003-9493-F8D4DEC82A93}" destId="{244D6308-0922-4EDE-AA2D-14F055DA2BA3}" srcOrd="1" destOrd="0" parTransId="{26F00CF0-C261-448D-B6C6-6DA3F3AA6C08}" sibTransId="{045B910C-7403-44E0-A09A-DB78C8750C28}"/>
    <dgm:cxn modelId="{525E10AB-E9D6-4277-BBC3-DA62669161F9}" type="presOf" srcId="{1908EBC2-8DDE-46D8-AFF2-540256793B2D}" destId="{189EBA8B-1D79-4E20-84D8-2480BB231F24}" srcOrd="0" destOrd="0" presId="urn:microsoft.com/office/officeart/2005/8/layout/list1"/>
    <dgm:cxn modelId="{A1B1EDBB-E88A-4450-8233-DC91B7884491}" type="presOf" srcId="{244D6308-0922-4EDE-AA2D-14F055DA2BA3}" destId="{DFDCC816-76D5-425D-A765-51B4E3027359}" srcOrd="0" destOrd="0" presId="urn:microsoft.com/office/officeart/2005/8/layout/list1"/>
    <dgm:cxn modelId="{EC64F2C4-DAB9-49D5-B038-4F52F3BEA150}" type="presOf" srcId="{ECA85DD4-D216-40BE-BFE9-6548D95F8593}" destId="{4B840658-1438-4424-87B9-0BFD34855ABD}" srcOrd="0" destOrd="0" presId="urn:microsoft.com/office/officeart/2005/8/layout/list1"/>
    <dgm:cxn modelId="{DCCB1FC9-3ADB-4550-A2E4-3CB60A2F99C8}" type="presOf" srcId="{37C5A0BB-8421-4441-B79C-52D8E2E9EC78}" destId="{09479F39-A169-42E7-B535-BF2A59C6B4F3}" srcOrd="0" destOrd="0" presId="urn:microsoft.com/office/officeart/2005/8/layout/list1"/>
    <dgm:cxn modelId="{F6CAC0D6-732B-4FC8-ACBD-CA000E0B6BB6}" type="presOf" srcId="{AA719EB2-4535-43A9-9B28-A09CFEED6D70}" destId="{48E29747-38CC-4656-9D5D-88A14B9D0B4D}" srcOrd="0" destOrd="0" presId="urn:microsoft.com/office/officeart/2005/8/layout/list1"/>
    <dgm:cxn modelId="{3FCF7EE9-3757-4529-A3E0-66A0CF24D3D8}" srcId="{244D6308-0922-4EDE-AA2D-14F055DA2BA3}" destId="{0C1A1A65-B633-49D1-99A2-4C1D5134DBF3}" srcOrd="0" destOrd="0" parTransId="{344F15E3-3EAB-49E9-AE59-AC91421EB860}" sibTransId="{66A75111-E933-4258-ACF0-D899FD836823}"/>
    <dgm:cxn modelId="{DBAABFFF-8462-4F70-8B1C-2D8A76F17ADB}" srcId="{2ABA915B-E6A0-4003-9493-F8D4DEC82A93}" destId="{AA719EB2-4535-43A9-9B28-A09CFEED6D70}" srcOrd="0" destOrd="0" parTransId="{9359ECFD-302B-4D49-942C-8A7A20B6B8CF}" sibTransId="{210A2C90-E522-4F71-8ED3-91806A7E1015}"/>
    <dgm:cxn modelId="{9C48D1D9-E2DA-4CD8-9058-8EFEBA200636}" type="presParOf" srcId="{88FD8B6B-0836-418F-8383-95DE51D9E8A3}" destId="{0FAC61B4-F046-475E-B737-69E9DD5C8EFB}" srcOrd="0" destOrd="0" presId="urn:microsoft.com/office/officeart/2005/8/layout/list1"/>
    <dgm:cxn modelId="{20C44F08-9A80-46E1-8CBC-BB2F0B0C285C}" type="presParOf" srcId="{0FAC61B4-F046-475E-B737-69E9DD5C8EFB}" destId="{48E29747-38CC-4656-9D5D-88A14B9D0B4D}" srcOrd="0" destOrd="0" presId="urn:microsoft.com/office/officeart/2005/8/layout/list1"/>
    <dgm:cxn modelId="{455CD04E-D059-4ECC-952F-470D353AAD79}" type="presParOf" srcId="{0FAC61B4-F046-475E-B737-69E9DD5C8EFB}" destId="{D61A610A-2245-4678-A8E7-6477A4C0346F}" srcOrd="1" destOrd="0" presId="urn:microsoft.com/office/officeart/2005/8/layout/list1"/>
    <dgm:cxn modelId="{483B6187-14B1-45CE-AFC7-B0E7D05480DA}" type="presParOf" srcId="{88FD8B6B-0836-418F-8383-95DE51D9E8A3}" destId="{5B8C7D9A-1EA0-48E0-B09C-F37289F83C54}" srcOrd="1" destOrd="0" presId="urn:microsoft.com/office/officeart/2005/8/layout/list1"/>
    <dgm:cxn modelId="{BF6419BA-BBE7-4915-9470-D92F21D77DCE}" type="presParOf" srcId="{88FD8B6B-0836-418F-8383-95DE51D9E8A3}" destId="{09479F39-A169-42E7-B535-BF2A59C6B4F3}" srcOrd="2" destOrd="0" presId="urn:microsoft.com/office/officeart/2005/8/layout/list1"/>
    <dgm:cxn modelId="{030F746B-2E3F-4298-BE46-6859EB7D1CC8}" type="presParOf" srcId="{88FD8B6B-0836-418F-8383-95DE51D9E8A3}" destId="{BF5E89A9-8F39-4E31-99BE-D2C107EF2075}" srcOrd="3" destOrd="0" presId="urn:microsoft.com/office/officeart/2005/8/layout/list1"/>
    <dgm:cxn modelId="{4A2CA01D-8207-4D21-947D-F51D420C5C12}" type="presParOf" srcId="{88FD8B6B-0836-418F-8383-95DE51D9E8A3}" destId="{64928582-7F83-4014-962B-2607C58AE121}" srcOrd="4" destOrd="0" presId="urn:microsoft.com/office/officeart/2005/8/layout/list1"/>
    <dgm:cxn modelId="{0E616E68-4104-4844-809A-CE0CE5AE32D3}" type="presParOf" srcId="{64928582-7F83-4014-962B-2607C58AE121}" destId="{DFDCC816-76D5-425D-A765-51B4E3027359}" srcOrd="0" destOrd="0" presId="urn:microsoft.com/office/officeart/2005/8/layout/list1"/>
    <dgm:cxn modelId="{3E130839-C48D-48E5-93CD-AF67D6A46A64}" type="presParOf" srcId="{64928582-7F83-4014-962B-2607C58AE121}" destId="{149C4747-D0FE-454C-A175-10E4DC4128BF}" srcOrd="1" destOrd="0" presId="urn:microsoft.com/office/officeart/2005/8/layout/list1"/>
    <dgm:cxn modelId="{61BFD420-E4C2-437B-856D-DF1E6B7034EE}" type="presParOf" srcId="{88FD8B6B-0836-418F-8383-95DE51D9E8A3}" destId="{10E41A4A-4957-4DDE-994A-D93B8826A198}" srcOrd="5" destOrd="0" presId="urn:microsoft.com/office/officeart/2005/8/layout/list1"/>
    <dgm:cxn modelId="{5A1BABD7-9E65-4FA0-9959-7E0EE747927A}" type="presParOf" srcId="{88FD8B6B-0836-418F-8383-95DE51D9E8A3}" destId="{05DEEE74-092C-4E06-B34E-D2ECB89753CB}" srcOrd="6" destOrd="0" presId="urn:microsoft.com/office/officeart/2005/8/layout/list1"/>
    <dgm:cxn modelId="{BBB31191-F1E4-4C2E-B557-B594C94EEFF6}" type="presParOf" srcId="{88FD8B6B-0836-418F-8383-95DE51D9E8A3}" destId="{F95ED789-8260-4AB7-BA50-6204B088C434}" srcOrd="7" destOrd="0" presId="urn:microsoft.com/office/officeart/2005/8/layout/list1"/>
    <dgm:cxn modelId="{DC954CC7-7C07-4D87-8891-C5F666B3EA5B}" type="presParOf" srcId="{88FD8B6B-0836-418F-8383-95DE51D9E8A3}" destId="{BD740B67-F760-4AA7-BA55-09C55B3719D7}" srcOrd="8" destOrd="0" presId="urn:microsoft.com/office/officeart/2005/8/layout/list1"/>
    <dgm:cxn modelId="{A58AEE58-FDC6-43D1-9129-FFC7BEBFF00B}" type="presParOf" srcId="{BD740B67-F760-4AA7-BA55-09C55B3719D7}" destId="{189EBA8B-1D79-4E20-84D8-2480BB231F24}" srcOrd="0" destOrd="0" presId="urn:microsoft.com/office/officeart/2005/8/layout/list1"/>
    <dgm:cxn modelId="{264BC906-5121-45CA-8D5D-773EDFBD780F}" type="presParOf" srcId="{BD740B67-F760-4AA7-BA55-09C55B3719D7}" destId="{A5D08D67-7095-4B8C-9EBB-0E3465BDCEF9}" srcOrd="1" destOrd="0" presId="urn:microsoft.com/office/officeart/2005/8/layout/list1"/>
    <dgm:cxn modelId="{1C6C3A80-CB8B-4F83-A3D1-FFEEFB4B8EED}" type="presParOf" srcId="{88FD8B6B-0836-418F-8383-95DE51D9E8A3}" destId="{10812E52-7235-4056-B5D2-CD37C4D59CE8}" srcOrd="9" destOrd="0" presId="urn:microsoft.com/office/officeart/2005/8/layout/list1"/>
    <dgm:cxn modelId="{076BEF50-24CD-41BB-AD1B-7237FB3A342E}" type="presParOf" srcId="{88FD8B6B-0836-418F-8383-95DE51D9E8A3}" destId="{4B840658-1438-4424-87B9-0BFD34855AB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ABA915B-E6A0-4003-9493-F8D4DEC82A9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B7C0FA47-FAC4-4EED-86A8-31A550B20B5B}">
      <dgm:prSet/>
      <dgm:spPr/>
      <dgm:t>
        <a:bodyPr/>
        <a:lstStyle/>
        <a:p>
          <a:pPr defTabSz="357188"/>
          <a:r>
            <a:rPr lang="en-GB" dirty="0"/>
            <a:t>	GitHub</a:t>
          </a:r>
        </a:p>
      </dgm:t>
    </dgm:pt>
    <dgm:pt modelId="{B957660C-78BA-4BCB-877E-76B21B0BD100}" type="parTrans" cxnId="{F00F5F9D-65CB-4349-9B64-31E8AE1B7AC8}">
      <dgm:prSet/>
      <dgm:spPr/>
      <dgm:t>
        <a:bodyPr/>
        <a:lstStyle/>
        <a:p>
          <a:endParaRPr lang="en-GB"/>
        </a:p>
      </dgm:t>
    </dgm:pt>
    <dgm:pt modelId="{FF804B2A-FE46-4A2F-9F51-B626FEF9DFA3}" type="sibTrans" cxnId="{F00F5F9D-65CB-4349-9B64-31E8AE1B7AC8}">
      <dgm:prSet/>
      <dgm:spPr/>
      <dgm:t>
        <a:bodyPr/>
        <a:lstStyle/>
        <a:p>
          <a:endParaRPr lang="en-GB"/>
        </a:p>
      </dgm:t>
    </dgm:pt>
    <dgm:pt modelId="{D465E79E-8646-43A5-A14F-B6CDD9AA85DD}">
      <dgm:prSet/>
      <dgm:spPr/>
      <dgm:t>
        <a:bodyPr/>
        <a:lstStyle/>
        <a:p>
          <a:pPr defTabSz="357188"/>
          <a:r>
            <a:rPr lang="en-GB" dirty="0"/>
            <a:t>	Docker</a:t>
          </a:r>
        </a:p>
      </dgm:t>
    </dgm:pt>
    <dgm:pt modelId="{891CB3B2-C59B-496E-BD57-3643FBC4FBF6}" type="parTrans" cxnId="{644C7F2B-3CCB-4C80-972E-49A6AE407BA9}">
      <dgm:prSet/>
      <dgm:spPr/>
      <dgm:t>
        <a:bodyPr/>
        <a:lstStyle/>
        <a:p>
          <a:endParaRPr lang="en-GB"/>
        </a:p>
      </dgm:t>
    </dgm:pt>
    <dgm:pt modelId="{EF376086-BEDC-465F-BD26-9EE942C62B38}" type="sibTrans" cxnId="{644C7F2B-3CCB-4C80-972E-49A6AE407BA9}">
      <dgm:prSet/>
      <dgm:spPr/>
      <dgm:t>
        <a:bodyPr/>
        <a:lstStyle/>
        <a:p>
          <a:endParaRPr lang="en-GB"/>
        </a:p>
      </dgm:t>
    </dgm:pt>
    <dgm:pt modelId="{5EA9E76D-2D78-4E63-BF3E-F575CA424867}">
      <dgm:prSet/>
      <dgm:spPr/>
      <dgm:t>
        <a:bodyPr/>
        <a:lstStyle/>
        <a:p>
          <a:pPr>
            <a:tabLst>
              <a:tab pos="357188" algn="l"/>
            </a:tabLst>
          </a:pPr>
          <a:r>
            <a:rPr lang="en-GB" dirty="0"/>
            <a:t>	RUFF Formatter</a:t>
          </a:r>
        </a:p>
      </dgm:t>
    </dgm:pt>
    <dgm:pt modelId="{41B3F4C7-50DD-4E01-A6F6-0DD180FA6C13}" type="parTrans" cxnId="{F3B81E6D-9418-4640-834B-62BEC8BE5130}">
      <dgm:prSet/>
      <dgm:spPr/>
      <dgm:t>
        <a:bodyPr/>
        <a:lstStyle/>
        <a:p>
          <a:endParaRPr lang="en-GB"/>
        </a:p>
      </dgm:t>
    </dgm:pt>
    <dgm:pt modelId="{E0727D6A-A7F6-435A-95BD-31E6B09FA2FD}" type="sibTrans" cxnId="{F3B81E6D-9418-4640-834B-62BEC8BE5130}">
      <dgm:prSet/>
      <dgm:spPr/>
      <dgm:t>
        <a:bodyPr/>
        <a:lstStyle/>
        <a:p>
          <a:endParaRPr lang="en-GB"/>
        </a:p>
      </dgm:t>
    </dgm:pt>
    <dgm:pt modelId="{8A5421F5-8C0B-471C-B2CF-BD74981E0EEB}">
      <dgm:prSet/>
      <dgm:spPr/>
      <dgm:t>
        <a:bodyPr/>
        <a:lstStyle/>
        <a:p>
          <a:r>
            <a:rPr lang="en-GB" dirty="0"/>
            <a:t>Collaborative working, code sharing, and version control</a:t>
          </a:r>
        </a:p>
      </dgm:t>
    </dgm:pt>
    <dgm:pt modelId="{E746FE05-5C79-4472-8587-EE8DF8848784}" type="parTrans" cxnId="{1BC384AA-6A45-4F43-8594-EF982A71CAE6}">
      <dgm:prSet/>
      <dgm:spPr/>
      <dgm:t>
        <a:bodyPr/>
        <a:lstStyle/>
        <a:p>
          <a:endParaRPr lang="en-GB"/>
        </a:p>
      </dgm:t>
    </dgm:pt>
    <dgm:pt modelId="{C1AAAEE3-5DB9-46EC-A8D5-C4CE77AB607F}" type="sibTrans" cxnId="{1BC384AA-6A45-4F43-8594-EF982A71CAE6}">
      <dgm:prSet/>
      <dgm:spPr/>
      <dgm:t>
        <a:bodyPr/>
        <a:lstStyle/>
        <a:p>
          <a:endParaRPr lang="en-GB"/>
        </a:p>
      </dgm:t>
    </dgm:pt>
    <dgm:pt modelId="{B880125B-8D6A-4543-9988-AB8B28771D5E}">
      <dgm:prSet/>
      <dgm:spPr/>
      <dgm:t>
        <a:bodyPr/>
        <a:lstStyle/>
        <a:p>
          <a:r>
            <a:rPr lang="en-GB" dirty="0"/>
            <a:t>Containerizing the application for deployment on any platform</a:t>
          </a:r>
        </a:p>
      </dgm:t>
    </dgm:pt>
    <dgm:pt modelId="{27FC6907-434D-4D43-9492-AEB5569F03A3}" type="parTrans" cxnId="{D6829187-7987-4403-B268-81A4078A85EB}">
      <dgm:prSet/>
      <dgm:spPr/>
      <dgm:t>
        <a:bodyPr/>
        <a:lstStyle/>
        <a:p>
          <a:endParaRPr lang="en-GB"/>
        </a:p>
      </dgm:t>
    </dgm:pt>
    <dgm:pt modelId="{21E906C0-E599-45FD-B64A-77C8FEA723E8}" type="sibTrans" cxnId="{D6829187-7987-4403-B268-81A4078A85EB}">
      <dgm:prSet/>
      <dgm:spPr/>
      <dgm:t>
        <a:bodyPr/>
        <a:lstStyle/>
        <a:p>
          <a:endParaRPr lang="en-GB"/>
        </a:p>
      </dgm:t>
    </dgm:pt>
    <dgm:pt modelId="{0AD8F1EC-B226-4A87-80EA-2988A697167C}">
      <dgm:prSet/>
      <dgm:spPr/>
      <dgm:t>
        <a:bodyPr/>
        <a:lstStyle/>
        <a:p>
          <a:r>
            <a:rPr lang="en-GB" dirty="0"/>
            <a:t>Standardised code formatting for working in a team</a:t>
          </a:r>
        </a:p>
      </dgm:t>
    </dgm:pt>
    <dgm:pt modelId="{982B4443-72DE-4EAD-862E-3EF050E02E99}" type="parTrans" cxnId="{7BDFD290-ECFB-4603-ADBD-826B7CC9799D}">
      <dgm:prSet/>
      <dgm:spPr/>
      <dgm:t>
        <a:bodyPr/>
        <a:lstStyle/>
        <a:p>
          <a:endParaRPr lang="en-GB"/>
        </a:p>
      </dgm:t>
    </dgm:pt>
    <dgm:pt modelId="{0B0ECF0D-6C3C-4415-BD3B-F40D96A6D3CD}" type="sibTrans" cxnId="{7BDFD290-ECFB-4603-ADBD-826B7CC9799D}">
      <dgm:prSet/>
      <dgm:spPr/>
      <dgm:t>
        <a:bodyPr/>
        <a:lstStyle/>
        <a:p>
          <a:endParaRPr lang="en-GB"/>
        </a:p>
      </dgm:t>
    </dgm:pt>
    <dgm:pt modelId="{9D1E8B9E-F2AA-40EC-8464-82C59A97D679}" type="pres">
      <dgm:prSet presAssocID="{2ABA915B-E6A0-4003-9493-F8D4DEC82A93}" presName="linear" presStyleCnt="0">
        <dgm:presLayoutVars>
          <dgm:dir/>
          <dgm:animLvl val="lvl"/>
          <dgm:resizeHandles val="exact"/>
        </dgm:presLayoutVars>
      </dgm:prSet>
      <dgm:spPr/>
    </dgm:pt>
    <dgm:pt modelId="{B16042E3-11CF-4A41-8472-B179C4D2A9FB}" type="pres">
      <dgm:prSet presAssocID="{B7C0FA47-FAC4-4EED-86A8-31A550B20B5B}" presName="parentLin" presStyleCnt="0"/>
      <dgm:spPr/>
    </dgm:pt>
    <dgm:pt modelId="{300A65B8-D4E5-4CDD-B537-EC7609CAA43A}" type="pres">
      <dgm:prSet presAssocID="{B7C0FA47-FAC4-4EED-86A8-31A550B20B5B}" presName="parentLeftMargin" presStyleLbl="node1" presStyleIdx="0" presStyleCnt="3"/>
      <dgm:spPr/>
    </dgm:pt>
    <dgm:pt modelId="{06A21C92-EE9D-4599-8023-343A6EDCE29F}" type="pres">
      <dgm:prSet presAssocID="{B7C0FA47-FAC4-4EED-86A8-31A550B20B5B}" presName="parentText" presStyleLbl="node1" presStyleIdx="0" presStyleCnt="3">
        <dgm:presLayoutVars>
          <dgm:chMax val="0"/>
          <dgm:bulletEnabled val="1"/>
        </dgm:presLayoutVars>
      </dgm:prSet>
      <dgm:spPr/>
    </dgm:pt>
    <dgm:pt modelId="{69AD4244-FBA2-49DD-BAB4-872638C983AB}" type="pres">
      <dgm:prSet presAssocID="{B7C0FA47-FAC4-4EED-86A8-31A550B20B5B}" presName="negativeSpace" presStyleCnt="0"/>
      <dgm:spPr/>
    </dgm:pt>
    <dgm:pt modelId="{30C66022-7F0F-4FB6-985B-0130642D04AE}" type="pres">
      <dgm:prSet presAssocID="{B7C0FA47-FAC4-4EED-86A8-31A550B20B5B}" presName="childText" presStyleLbl="conFgAcc1" presStyleIdx="0" presStyleCnt="3">
        <dgm:presLayoutVars>
          <dgm:bulletEnabled val="1"/>
        </dgm:presLayoutVars>
      </dgm:prSet>
      <dgm:spPr/>
    </dgm:pt>
    <dgm:pt modelId="{27258D75-3FFB-48DB-805A-6840ACB48B85}" type="pres">
      <dgm:prSet presAssocID="{FF804B2A-FE46-4A2F-9F51-B626FEF9DFA3}" presName="spaceBetweenRectangles" presStyleCnt="0"/>
      <dgm:spPr/>
    </dgm:pt>
    <dgm:pt modelId="{E71E53D4-442A-4EF6-A57E-58C8C980AB30}" type="pres">
      <dgm:prSet presAssocID="{D465E79E-8646-43A5-A14F-B6CDD9AA85DD}" presName="parentLin" presStyleCnt="0"/>
      <dgm:spPr/>
    </dgm:pt>
    <dgm:pt modelId="{FE272367-40FA-49D5-9596-376F0377889A}" type="pres">
      <dgm:prSet presAssocID="{D465E79E-8646-43A5-A14F-B6CDD9AA85DD}" presName="parentLeftMargin" presStyleLbl="node1" presStyleIdx="0" presStyleCnt="3"/>
      <dgm:spPr/>
    </dgm:pt>
    <dgm:pt modelId="{328EF886-3F4D-4613-91DC-CE2B9A4C677E}" type="pres">
      <dgm:prSet presAssocID="{D465E79E-8646-43A5-A14F-B6CDD9AA85DD}" presName="parentText" presStyleLbl="node1" presStyleIdx="1" presStyleCnt="3">
        <dgm:presLayoutVars>
          <dgm:chMax val="0"/>
          <dgm:bulletEnabled val="1"/>
        </dgm:presLayoutVars>
      </dgm:prSet>
      <dgm:spPr/>
    </dgm:pt>
    <dgm:pt modelId="{04B62A09-AB3B-4C0A-9AF9-1BC5083C3860}" type="pres">
      <dgm:prSet presAssocID="{D465E79E-8646-43A5-A14F-B6CDD9AA85DD}" presName="negativeSpace" presStyleCnt="0"/>
      <dgm:spPr/>
    </dgm:pt>
    <dgm:pt modelId="{24FC21A2-131D-40A0-B9E8-4166E70618B7}" type="pres">
      <dgm:prSet presAssocID="{D465E79E-8646-43A5-A14F-B6CDD9AA85DD}" presName="childText" presStyleLbl="conFgAcc1" presStyleIdx="1" presStyleCnt="3">
        <dgm:presLayoutVars>
          <dgm:bulletEnabled val="1"/>
        </dgm:presLayoutVars>
      </dgm:prSet>
      <dgm:spPr/>
    </dgm:pt>
    <dgm:pt modelId="{8C34F6EF-9664-4400-BDB2-F1974FA865F1}" type="pres">
      <dgm:prSet presAssocID="{EF376086-BEDC-465F-BD26-9EE942C62B38}" presName="spaceBetweenRectangles" presStyleCnt="0"/>
      <dgm:spPr/>
    </dgm:pt>
    <dgm:pt modelId="{696AA7D8-7745-4D22-86B5-C61E6791B1DB}" type="pres">
      <dgm:prSet presAssocID="{5EA9E76D-2D78-4E63-BF3E-F575CA424867}" presName="parentLin" presStyleCnt="0"/>
      <dgm:spPr/>
    </dgm:pt>
    <dgm:pt modelId="{02A768A1-C066-450C-8532-CE385830351E}" type="pres">
      <dgm:prSet presAssocID="{5EA9E76D-2D78-4E63-BF3E-F575CA424867}" presName="parentLeftMargin" presStyleLbl="node1" presStyleIdx="1" presStyleCnt="3"/>
      <dgm:spPr/>
    </dgm:pt>
    <dgm:pt modelId="{D832D847-3F07-495E-B1B3-6FD9C0FA67FF}" type="pres">
      <dgm:prSet presAssocID="{5EA9E76D-2D78-4E63-BF3E-F575CA424867}" presName="parentText" presStyleLbl="node1" presStyleIdx="2" presStyleCnt="3">
        <dgm:presLayoutVars>
          <dgm:chMax val="0"/>
          <dgm:bulletEnabled val="1"/>
        </dgm:presLayoutVars>
      </dgm:prSet>
      <dgm:spPr/>
    </dgm:pt>
    <dgm:pt modelId="{A670D45C-84F6-481F-9E87-F4D6C49DAF29}" type="pres">
      <dgm:prSet presAssocID="{5EA9E76D-2D78-4E63-BF3E-F575CA424867}" presName="negativeSpace" presStyleCnt="0"/>
      <dgm:spPr/>
    </dgm:pt>
    <dgm:pt modelId="{88A9DBA5-1E5B-404F-B0C2-B6ACA8F04A75}" type="pres">
      <dgm:prSet presAssocID="{5EA9E76D-2D78-4E63-BF3E-F575CA424867}" presName="childText" presStyleLbl="conFgAcc1" presStyleIdx="2" presStyleCnt="3">
        <dgm:presLayoutVars>
          <dgm:bulletEnabled val="1"/>
        </dgm:presLayoutVars>
      </dgm:prSet>
      <dgm:spPr/>
    </dgm:pt>
  </dgm:ptLst>
  <dgm:cxnLst>
    <dgm:cxn modelId="{F5AB6618-992C-4949-BC39-A3CC030388F5}" type="presOf" srcId="{0AD8F1EC-B226-4A87-80EA-2988A697167C}" destId="{88A9DBA5-1E5B-404F-B0C2-B6ACA8F04A75}" srcOrd="0" destOrd="0" presId="urn:microsoft.com/office/officeart/2005/8/layout/list1"/>
    <dgm:cxn modelId="{7542D21E-F318-4DA6-8ACB-B374225B5A80}" type="presOf" srcId="{B7C0FA47-FAC4-4EED-86A8-31A550B20B5B}" destId="{300A65B8-D4E5-4CDD-B537-EC7609CAA43A}" srcOrd="0" destOrd="0" presId="urn:microsoft.com/office/officeart/2005/8/layout/list1"/>
    <dgm:cxn modelId="{644C7F2B-3CCB-4C80-972E-49A6AE407BA9}" srcId="{2ABA915B-E6A0-4003-9493-F8D4DEC82A93}" destId="{D465E79E-8646-43A5-A14F-B6CDD9AA85DD}" srcOrd="1" destOrd="0" parTransId="{891CB3B2-C59B-496E-BD57-3643FBC4FBF6}" sibTransId="{EF376086-BEDC-465F-BD26-9EE942C62B38}"/>
    <dgm:cxn modelId="{2C85DD61-9BD2-429B-9C6B-853A570AA4E8}" type="presOf" srcId="{D465E79E-8646-43A5-A14F-B6CDD9AA85DD}" destId="{FE272367-40FA-49D5-9596-376F0377889A}" srcOrd="0" destOrd="0" presId="urn:microsoft.com/office/officeart/2005/8/layout/list1"/>
    <dgm:cxn modelId="{E9AAFF6C-0776-488C-964A-A15056D6D0D6}" type="presOf" srcId="{2ABA915B-E6A0-4003-9493-F8D4DEC82A93}" destId="{9D1E8B9E-F2AA-40EC-8464-82C59A97D679}" srcOrd="0" destOrd="0" presId="urn:microsoft.com/office/officeart/2005/8/layout/list1"/>
    <dgm:cxn modelId="{F3B81E6D-9418-4640-834B-62BEC8BE5130}" srcId="{2ABA915B-E6A0-4003-9493-F8D4DEC82A93}" destId="{5EA9E76D-2D78-4E63-BF3E-F575CA424867}" srcOrd="2" destOrd="0" parTransId="{41B3F4C7-50DD-4E01-A6F6-0DD180FA6C13}" sibTransId="{E0727D6A-A7F6-435A-95BD-31E6B09FA2FD}"/>
    <dgm:cxn modelId="{EEDAD06E-4D8F-41A3-BC0E-1AD8D2363365}" type="presOf" srcId="{B7C0FA47-FAC4-4EED-86A8-31A550B20B5B}" destId="{06A21C92-EE9D-4599-8023-343A6EDCE29F}" srcOrd="1" destOrd="0" presId="urn:microsoft.com/office/officeart/2005/8/layout/list1"/>
    <dgm:cxn modelId="{43096075-B27E-4FD5-9D58-EA17356DC557}" type="presOf" srcId="{D465E79E-8646-43A5-A14F-B6CDD9AA85DD}" destId="{328EF886-3F4D-4613-91DC-CE2B9A4C677E}" srcOrd="1" destOrd="0" presId="urn:microsoft.com/office/officeart/2005/8/layout/list1"/>
    <dgm:cxn modelId="{D6829187-7987-4403-B268-81A4078A85EB}" srcId="{D465E79E-8646-43A5-A14F-B6CDD9AA85DD}" destId="{B880125B-8D6A-4543-9988-AB8B28771D5E}" srcOrd="0" destOrd="0" parTransId="{27FC6907-434D-4D43-9492-AEB5569F03A3}" sibTransId="{21E906C0-E599-45FD-B64A-77C8FEA723E8}"/>
    <dgm:cxn modelId="{2D1F1B8F-CEC5-4808-9E63-29612AFE0B87}" type="presOf" srcId="{8A5421F5-8C0B-471C-B2CF-BD74981E0EEB}" destId="{30C66022-7F0F-4FB6-985B-0130642D04AE}" srcOrd="0" destOrd="0" presId="urn:microsoft.com/office/officeart/2005/8/layout/list1"/>
    <dgm:cxn modelId="{7BDFD290-ECFB-4603-ADBD-826B7CC9799D}" srcId="{5EA9E76D-2D78-4E63-BF3E-F575CA424867}" destId="{0AD8F1EC-B226-4A87-80EA-2988A697167C}" srcOrd="0" destOrd="0" parTransId="{982B4443-72DE-4EAD-862E-3EF050E02E99}" sibTransId="{0B0ECF0D-6C3C-4415-BD3B-F40D96A6D3CD}"/>
    <dgm:cxn modelId="{E0F8E699-AE8F-44A2-ABB6-F234BD6FED1B}" type="presOf" srcId="{5EA9E76D-2D78-4E63-BF3E-F575CA424867}" destId="{02A768A1-C066-450C-8532-CE385830351E}" srcOrd="0" destOrd="0" presId="urn:microsoft.com/office/officeart/2005/8/layout/list1"/>
    <dgm:cxn modelId="{F00F5F9D-65CB-4349-9B64-31E8AE1B7AC8}" srcId="{2ABA915B-E6A0-4003-9493-F8D4DEC82A93}" destId="{B7C0FA47-FAC4-4EED-86A8-31A550B20B5B}" srcOrd="0" destOrd="0" parTransId="{B957660C-78BA-4BCB-877E-76B21B0BD100}" sibTransId="{FF804B2A-FE46-4A2F-9F51-B626FEF9DFA3}"/>
    <dgm:cxn modelId="{1BC384AA-6A45-4F43-8594-EF982A71CAE6}" srcId="{B7C0FA47-FAC4-4EED-86A8-31A550B20B5B}" destId="{8A5421F5-8C0B-471C-B2CF-BD74981E0EEB}" srcOrd="0" destOrd="0" parTransId="{E746FE05-5C79-4472-8587-EE8DF8848784}" sibTransId="{C1AAAEE3-5DB9-46EC-A8D5-C4CE77AB607F}"/>
    <dgm:cxn modelId="{B288EEB4-30AD-4ADA-874C-3311787BD3FB}" type="presOf" srcId="{B880125B-8D6A-4543-9988-AB8B28771D5E}" destId="{24FC21A2-131D-40A0-B9E8-4166E70618B7}" srcOrd="0" destOrd="0" presId="urn:microsoft.com/office/officeart/2005/8/layout/list1"/>
    <dgm:cxn modelId="{55B6A2ED-3DE8-449D-9BC5-21E10915C0C4}" type="presOf" srcId="{5EA9E76D-2D78-4E63-BF3E-F575CA424867}" destId="{D832D847-3F07-495E-B1B3-6FD9C0FA67FF}" srcOrd="1" destOrd="0" presId="urn:microsoft.com/office/officeart/2005/8/layout/list1"/>
    <dgm:cxn modelId="{292FABF4-C46B-4E1B-8045-49CE13A8ADF8}" type="presParOf" srcId="{9D1E8B9E-F2AA-40EC-8464-82C59A97D679}" destId="{B16042E3-11CF-4A41-8472-B179C4D2A9FB}" srcOrd="0" destOrd="0" presId="urn:microsoft.com/office/officeart/2005/8/layout/list1"/>
    <dgm:cxn modelId="{00E7BB9F-5E43-4AC1-A1ED-196845773089}" type="presParOf" srcId="{B16042E3-11CF-4A41-8472-B179C4D2A9FB}" destId="{300A65B8-D4E5-4CDD-B537-EC7609CAA43A}" srcOrd="0" destOrd="0" presId="urn:microsoft.com/office/officeart/2005/8/layout/list1"/>
    <dgm:cxn modelId="{CBFC71F1-62E2-4A14-8458-78A13711D160}" type="presParOf" srcId="{B16042E3-11CF-4A41-8472-B179C4D2A9FB}" destId="{06A21C92-EE9D-4599-8023-343A6EDCE29F}" srcOrd="1" destOrd="0" presId="urn:microsoft.com/office/officeart/2005/8/layout/list1"/>
    <dgm:cxn modelId="{B294A932-F84D-4EBE-B481-CFB0FCA44739}" type="presParOf" srcId="{9D1E8B9E-F2AA-40EC-8464-82C59A97D679}" destId="{69AD4244-FBA2-49DD-BAB4-872638C983AB}" srcOrd="1" destOrd="0" presId="urn:microsoft.com/office/officeart/2005/8/layout/list1"/>
    <dgm:cxn modelId="{3600524B-359E-43E8-9534-D5D46B9962D1}" type="presParOf" srcId="{9D1E8B9E-F2AA-40EC-8464-82C59A97D679}" destId="{30C66022-7F0F-4FB6-985B-0130642D04AE}" srcOrd="2" destOrd="0" presId="urn:microsoft.com/office/officeart/2005/8/layout/list1"/>
    <dgm:cxn modelId="{FF2CFF91-5BE1-4EED-9B28-88B82D5822F6}" type="presParOf" srcId="{9D1E8B9E-F2AA-40EC-8464-82C59A97D679}" destId="{27258D75-3FFB-48DB-805A-6840ACB48B85}" srcOrd="3" destOrd="0" presId="urn:microsoft.com/office/officeart/2005/8/layout/list1"/>
    <dgm:cxn modelId="{3D43FDAF-E381-4872-833F-85230D488DBF}" type="presParOf" srcId="{9D1E8B9E-F2AA-40EC-8464-82C59A97D679}" destId="{E71E53D4-442A-4EF6-A57E-58C8C980AB30}" srcOrd="4" destOrd="0" presId="urn:microsoft.com/office/officeart/2005/8/layout/list1"/>
    <dgm:cxn modelId="{A113BEE9-3C2C-4D0A-B88A-29532F05CC51}" type="presParOf" srcId="{E71E53D4-442A-4EF6-A57E-58C8C980AB30}" destId="{FE272367-40FA-49D5-9596-376F0377889A}" srcOrd="0" destOrd="0" presId="urn:microsoft.com/office/officeart/2005/8/layout/list1"/>
    <dgm:cxn modelId="{DC0D0EE1-4F14-4738-9482-113B5EAF8942}" type="presParOf" srcId="{E71E53D4-442A-4EF6-A57E-58C8C980AB30}" destId="{328EF886-3F4D-4613-91DC-CE2B9A4C677E}" srcOrd="1" destOrd="0" presId="urn:microsoft.com/office/officeart/2005/8/layout/list1"/>
    <dgm:cxn modelId="{45266CD1-63E0-420D-BE09-5942F12B7F02}" type="presParOf" srcId="{9D1E8B9E-F2AA-40EC-8464-82C59A97D679}" destId="{04B62A09-AB3B-4C0A-9AF9-1BC5083C3860}" srcOrd="5" destOrd="0" presId="urn:microsoft.com/office/officeart/2005/8/layout/list1"/>
    <dgm:cxn modelId="{D9EFB852-764C-4ECC-BED3-FB50B83EE0B7}" type="presParOf" srcId="{9D1E8B9E-F2AA-40EC-8464-82C59A97D679}" destId="{24FC21A2-131D-40A0-B9E8-4166E70618B7}" srcOrd="6" destOrd="0" presId="urn:microsoft.com/office/officeart/2005/8/layout/list1"/>
    <dgm:cxn modelId="{6B5F1683-CD31-45FB-B2F3-0BB990C80A1F}" type="presParOf" srcId="{9D1E8B9E-F2AA-40EC-8464-82C59A97D679}" destId="{8C34F6EF-9664-4400-BDB2-F1974FA865F1}" srcOrd="7" destOrd="0" presId="urn:microsoft.com/office/officeart/2005/8/layout/list1"/>
    <dgm:cxn modelId="{DB316CE1-BE31-47BF-A54D-3FC6409F2CC8}" type="presParOf" srcId="{9D1E8B9E-F2AA-40EC-8464-82C59A97D679}" destId="{696AA7D8-7745-4D22-86B5-C61E6791B1DB}" srcOrd="8" destOrd="0" presId="urn:microsoft.com/office/officeart/2005/8/layout/list1"/>
    <dgm:cxn modelId="{D28DE822-25E6-4EBD-9CE3-6DDF8DF8ECA9}" type="presParOf" srcId="{696AA7D8-7745-4D22-86B5-C61E6791B1DB}" destId="{02A768A1-C066-450C-8532-CE385830351E}" srcOrd="0" destOrd="0" presId="urn:microsoft.com/office/officeart/2005/8/layout/list1"/>
    <dgm:cxn modelId="{803A208C-15EA-4FB8-99EA-523A649DF9E6}" type="presParOf" srcId="{696AA7D8-7745-4D22-86B5-C61E6791B1DB}" destId="{D832D847-3F07-495E-B1B3-6FD9C0FA67FF}" srcOrd="1" destOrd="0" presId="urn:microsoft.com/office/officeart/2005/8/layout/list1"/>
    <dgm:cxn modelId="{F34FDA62-4E30-4158-BF17-A3BB4C6F0D9D}" type="presParOf" srcId="{9D1E8B9E-F2AA-40EC-8464-82C59A97D679}" destId="{A670D45C-84F6-481F-9E87-F4D6C49DAF29}" srcOrd="9" destOrd="0" presId="urn:microsoft.com/office/officeart/2005/8/layout/list1"/>
    <dgm:cxn modelId="{E77999B2-356D-42F7-93B5-5B52AED09A5E}" type="presParOf" srcId="{9D1E8B9E-F2AA-40EC-8464-82C59A97D679}" destId="{88A9DBA5-1E5B-404F-B0C2-B6ACA8F04A7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9FCF02-CAD2-4D6F-9542-AD86711168CA}">
      <dsp:nvSpPr>
        <dsp:cNvPr id="0" name=""/>
        <dsp:cNvSpPr/>
      </dsp:nvSpPr>
      <dsp:spPr>
        <a:xfrm>
          <a:off x="614381" y="503862"/>
          <a:ext cx="1749937" cy="1749937"/>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7C175B98-93F4-4D7C-BB95-1514AB879CD5}">
      <dsp:nvSpPr>
        <dsp:cNvPr id="0" name=""/>
        <dsp:cNvSpPr/>
      </dsp:nvSpPr>
      <dsp:spPr>
        <a:xfrm>
          <a:off x="987318" y="876800"/>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27117FB-F8A7-4A20-A8A7-EC686DDC76D0}">
      <dsp:nvSpPr>
        <dsp:cNvPr id="0" name=""/>
        <dsp:cNvSpPr/>
      </dsp:nvSpPr>
      <dsp:spPr>
        <a:xfrm>
          <a:off x="54974"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55650" rtl="0">
            <a:lnSpc>
              <a:spcPct val="100000"/>
            </a:lnSpc>
            <a:spcBef>
              <a:spcPct val="0"/>
            </a:spcBef>
            <a:spcAft>
              <a:spcPct val="35000"/>
            </a:spcAft>
            <a:buNone/>
            <a:defRPr cap="all"/>
          </a:pPr>
          <a:r>
            <a:rPr lang="de-DE" sz="1700" kern="1200" noProof="0" dirty="0" err="1"/>
            <a:t>Lorem</a:t>
          </a:r>
          <a:r>
            <a:rPr lang="de-DE" sz="1700" kern="1200" noProof="0" dirty="0"/>
            <a:t> </a:t>
          </a:r>
          <a:r>
            <a:rPr lang="de-DE" sz="1700" kern="1200" noProof="0" dirty="0" err="1"/>
            <a:t>ipsum</a:t>
          </a:r>
          <a:r>
            <a:rPr lang="de-DE" sz="1700" kern="1200" noProof="0" dirty="0"/>
            <a:t> </a:t>
          </a:r>
          <a:r>
            <a:rPr lang="de-DE" sz="1700" kern="1200" noProof="0" dirty="0" err="1"/>
            <a:t>dolor</a:t>
          </a:r>
          <a:r>
            <a:rPr lang="de-DE" sz="1700" kern="1200" noProof="0" dirty="0"/>
            <a:t> </a:t>
          </a:r>
          <a:r>
            <a:rPr lang="de-DE" sz="1700" kern="1200" noProof="0" dirty="0" err="1"/>
            <a:t>sit</a:t>
          </a:r>
          <a:r>
            <a:rPr lang="de-DE" sz="1700" kern="1200" noProof="0" dirty="0"/>
            <a:t> </a:t>
          </a:r>
          <a:r>
            <a:rPr lang="de-DE" sz="1700" kern="1200" noProof="0" dirty="0" err="1"/>
            <a:t>amet</a:t>
          </a:r>
          <a:r>
            <a:rPr lang="de-DE" sz="1700" kern="1200" noProof="0" dirty="0"/>
            <a:t>, </a:t>
          </a:r>
          <a:r>
            <a:rPr lang="de-DE" sz="1700" kern="1200" noProof="0" dirty="0" err="1"/>
            <a:t>consectetuer</a:t>
          </a:r>
          <a:r>
            <a:rPr lang="de-DE" sz="1700" kern="1200" noProof="0" dirty="0"/>
            <a:t> </a:t>
          </a:r>
          <a:r>
            <a:rPr lang="de-DE" sz="1700" kern="1200" noProof="0" dirty="0" err="1"/>
            <a:t>adipiscing</a:t>
          </a:r>
          <a:r>
            <a:rPr lang="de-DE" sz="1700" kern="1200" noProof="0" dirty="0"/>
            <a:t> </a:t>
          </a:r>
          <a:r>
            <a:rPr lang="de-DE" sz="1700" kern="1200" noProof="0" dirty="0" err="1"/>
            <a:t>elit</a:t>
          </a:r>
          <a:r>
            <a:rPr lang="de-DE" sz="1700" kern="1200" noProof="0" dirty="0"/>
            <a:t>. </a:t>
          </a:r>
        </a:p>
      </dsp:txBody>
      <dsp:txXfrm>
        <a:off x="54974" y="2798862"/>
        <a:ext cx="2868750" cy="720000"/>
      </dsp:txXfrm>
    </dsp:sp>
    <dsp:sp modelId="{BCD8CDD9-0C56-4401-ADB1-8B48DAB2C96F}">
      <dsp:nvSpPr>
        <dsp:cNvPr id="0" name=""/>
        <dsp:cNvSpPr/>
      </dsp:nvSpPr>
      <dsp:spPr>
        <a:xfrm>
          <a:off x="3985162" y="503862"/>
          <a:ext cx="1749937" cy="1749937"/>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DB4CA7C4-FCA1-4127-B20A-2A5C031A3CF4}">
      <dsp:nvSpPr>
        <dsp:cNvPr id="0" name=""/>
        <dsp:cNvSpPr/>
      </dsp:nvSpPr>
      <dsp:spPr>
        <a:xfrm>
          <a:off x="4358099" y="876800"/>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E6FE37A-5DB0-4899-9FCB-0CE39BC185F8}">
      <dsp:nvSpPr>
        <dsp:cNvPr id="0" name=""/>
        <dsp:cNvSpPr/>
      </dsp:nvSpPr>
      <dsp:spPr>
        <a:xfrm>
          <a:off x="3425756"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55650" rtl="0">
            <a:lnSpc>
              <a:spcPct val="100000"/>
            </a:lnSpc>
            <a:spcBef>
              <a:spcPct val="0"/>
            </a:spcBef>
            <a:spcAft>
              <a:spcPct val="35000"/>
            </a:spcAft>
            <a:buNone/>
            <a:defRPr cap="all"/>
          </a:pPr>
          <a:r>
            <a:rPr lang="de-DE" sz="1700" kern="1200" noProof="0" dirty="0" err="1"/>
            <a:t>Nunc</a:t>
          </a:r>
          <a:r>
            <a:rPr lang="de-DE" sz="1700" kern="1200" noProof="0" dirty="0"/>
            <a:t> </a:t>
          </a:r>
          <a:r>
            <a:rPr lang="de-DE" sz="1700" kern="1200" noProof="0" dirty="0" err="1"/>
            <a:t>viverra</a:t>
          </a:r>
          <a:r>
            <a:rPr lang="de-DE" sz="1700" kern="1200" noProof="0" dirty="0"/>
            <a:t> </a:t>
          </a:r>
          <a:r>
            <a:rPr lang="de-DE" sz="1700" kern="1200" noProof="0" dirty="0" err="1"/>
            <a:t>imperdiet</a:t>
          </a:r>
          <a:r>
            <a:rPr lang="de-DE" sz="1700" kern="1200" noProof="0" dirty="0"/>
            <a:t> </a:t>
          </a:r>
          <a:r>
            <a:rPr lang="de-DE" sz="1700" kern="1200" noProof="0" dirty="0" err="1"/>
            <a:t>enim</a:t>
          </a:r>
          <a:r>
            <a:rPr lang="de-DE" sz="1700" kern="1200" noProof="0" dirty="0"/>
            <a:t>. </a:t>
          </a:r>
          <a:r>
            <a:rPr lang="de-DE" sz="1700" kern="1200" noProof="0" dirty="0" err="1"/>
            <a:t>Fusce</a:t>
          </a:r>
          <a:r>
            <a:rPr lang="de-DE" sz="1700" kern="1200" noProof="0" dirty="0"/>
            <a:t> </a:t>
          </a:r>
          <a:r>
            <a:rPr lang="de-DE" sz="1700" kern="1200" noProof="0" dirty="0" err="1"/>
            <a:t>est.</a:t>
          </a:r>
          <a:r>
            <a:rPr lang="de-DE" sz="1700" kern="1200" noProof="0" dirty="0"/>
            <a:t> </a:t>
          </a:r>
          <a:r>
            <a:rPr lang="de-DE" sz="1700" kern="1200" noProof="0" dirty="0" err="1"/>
            <a:t>Vivamus</a:t>
          </a:r>
          <a:r>
            <a:rPr lang="de-DE" sz="1700" kern="1200" noProof="0" dirty="0"/>
            <a:t> a </a:t>
          </a:r>
          <a:r>
            <a:rPr lang="de-DE" sz="1700" kern="1200" noProof="0" dirty="0" err="1"/>
            <a:t>tellus</a:t>
          </a:r>
          <a:r>
            <a:rPr lang="de-DE" sz="1700" kern="1200" noProof="0" dirty="0"/>
            <a:t>.</a:t>
          </a:r>
        </a:p>
      </dsp:txBody>
      <dsp:txXfrm>
        <a:off x="3425756" y="2798862"/>
        <a:ext cx="2868750" cy="720000"/>
      </dsp:txXfrm>
    </dsp:sp>
    <dsp:sp modelId="{FF93E135-77D6-48A0-8871-9BC93D705D06}">
      <dsp:nvSpPr>
        <dsp:cNvPr id="0" name=""/>
        <dsp:cNvSpPr/>
      </dsp:nvSpPr>
      <dsp:spPr>
        <a:xfrm>
          <a:off x="7355943" y="503862"/>
          <a:ext cx="1749937" cy="1749937"/>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39509775-983E-4110-B989-EE2CD6514BE0}">
      <dsp:nvSpPr>
        <dsp:cNvPr id="0" name=""/>
        <dsp:cNvSpPr/>
      </dsp:nvSpPr>
      <dsp:spPr>
        <a:xfrm>
          <a:off x="7728881" y="876800"/>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EDC777-00B3-41D7-9AE1-23D741E941C3}">
      <dsp:nvSpPr>
        <dsp:cNvPr id="0" name=""/>
        <dsp:cNvSpPr/>
      </dsp:nvSpPr>
      <dsp:spPr>
        <a:xfrm>
          <a:off x="6796537"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55650" rtl="0">
            <a:lnSpc>
              <a:spcPct val="100000"/>
            </a:lnSpc>
            <a:spcBef>
              <a:spcPct val="0"/>
            </a:spcBef>
            <a:spcAft>
              <a:spcPct val="35000"/>
            </a:spcAft>
            <a:buNone/>
            <a:defRPr cap="all"/>
          </a:pPr>
          <a:r>
            <a:rPr lang="de-DE" sz="1700" kern="1200" noProof="0" dirty="0" err="1"/>
            <a:t>Pellentesque</a:t>
          </a:r>
          <a:r>
            <a:rPr lang="de-DE" sz="1700" kern="1200" noProof="0" dirty="0"/>
            <a:t> </a:t>
          </a:r>
          <a:r>
            <a:rPr lang="de-DE" sz="1700" kern="1200" noProof="0" dirty="0" err="1"/>
            <a:t>habitant</a:t>
          </a:r>
          <a:r>
            <a:rPr lang="de-DE" sz="1700" kern="1200" noProof="0" dirty="0"/>
            <a:t> </a:t>
          </a:r>
          <a:r>
            <a:rPr lang="de-DE" sz="1700" kern="1200" noProof="0" dirty="0" err="1"/>
            <a:t>morbi</a:t>
          </a:r>
          <a:r>
            <a:rPr lang="de-DE" sz="1700" kern="1200" noProof="0" dirty="0"/>
            <a:t> </a:t>
          </a:r>
          <a:r>
            <a:rPr lang="de-DE" sz="1700" kern="1200" noProof="0" dirty="0" err="1"/>
            <a:t>tristique</a:t>
          </a:r>
          <a:r>
            <a:rPr lang="de-DE" sz="1700" kern="1200" noProof="0" dirty="0"/>
            <a:t> </a:t>
          </a:r>
          <a:r>
            <a:rPr lang="de-DE" sz="1700" kern="1200" noProof="0" dirty="0" err="1"/>
            <a:t>senectus</a:t>
          </a:r>
          <a:r>
            <a:rPr lang="de-DE" sz="1700" kern="1200" noProof="0" dirty="0"/>
            <a:t> et </a:t>
          </a:r>
          <a:r>
            <a:rPr lang="de-DE" sz="1700" kern="1200" noProof="0" dirty="0" err="1"/>
            <a:t>netus</a:t>
          </a:r>
          <a:r>
            <a:rPr lang="de-DE" sz="1700" kern="1200" noProof="0" dirty="0"/>
            <a:t>.</a:t>
          </a:r>
        </a:p>
      </dsp:txBody>
      <dsp:txXfrm>
        <a:off x="6796537" y="2798862"/>
        <a:ext cx="2868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01C1C-FD2A-414B-9D50-1C140A6C4021}">
      <dsp:nvSpPr>
        <dsp:cNvPr id="0" name=""/>
        <dsp:cNvSpPr/>
      </dsp:nvSpPr>
      <dsp:spPr>
        <a:xfrm>
          <a:off x="0" y="373420"/>
          <a:ext cx="9720072" cy="11781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58216" rIns="754386" bIns="156464" numCol="1" spcCol="1270" anchor="t" anchorCtr="0">
          <a:noAutofit/>
        </a:bodyPr>
        <a:lstStyle/>
        <a:p>
          <a:pPr marL="228600" lvl="1" indent="-228600" algn="l" defTabSz="977900">
            <a:lnSpc>
              <a:spcPct val="90000"/>
            </a:lnSpc>
            <a:spcBef>
              <a:spcPct val="0"/>
            </a:spcBef>
            <a:spcAft>
              <a:spcPct val="15000"/>
            </a:spcAft>
            <a:buChar char="•"/>
          </a:pPr>
          <a:r>
            <a:rPr lang="en-GB" sz="2200" kern="1200" dirty="0"/>
            <a:t>Building and training the graph neural network responsible for the recommendations</a:t>
          </a:r>
        </a:p>
      </dsp:txBody>
      <dsp:txXfrm>
        <a:off x="0" y="373420"/>
        <a:ext cx="9720072" cy="1178100"/>
      </dsp:txXfrm>
    </dsp:sp>
    <dsp:sp modelId="{8F3C4300-9FFC-4BED-A705-375F82AABF8A}">
      <dsp:nvSpPr>
        <dsp:cNvPr id="0" name=""/>
        <dsp:cNvSpPr/>
      </dsp:nvSpPr>
      <dsp:spPr>
        <a:xfrm>
          <a:off x="486003" y="48700"/>
          <a:ext cx="6804050"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977900">
            <a:lnSpc>
              <a:spcPct val="90000"/>
            </a:lnSpc>
            <a:spcBef>
              <a:spcPct val="0"/>
            </a:spcBef>
            <a:spcAft>
              <a:spcPct val="35000"/>
            </a:spcAft>
            <a:buNone/>
            <a:tabLst>
              <a:tab pos="357188" algn="l"/>
            </a:tabLst>
          </a:pPr>
          <a:r>
            <a:rPr lang="en-GB" sz="2200" kern="1200" dirty="0"/>
            <a:t>	</a:t>
          </a:r>
          <a:r>
            <a:rPr lang="en-GB" sz="2200" kern="1200" dirty="0" err="1"/>
            <a:t>Pytorch</a:t>
          </a:r>
          <a:r>
            <a:rPr lang="en-GB" sz="2200" kern="1200" dirty="0"/>
            <a:t> Geometric</a:t>
          </a:r>
        </a:p>
      </dsp:txBody>
      <dsp:txXfrm>
        <a:off x="517706" y="80403"/>
        <a:ext cx="6740644" cy="586034"/>
      </dsp:txXfrm>
    </dsp:sp>
    <dsp:sp modelId="{83C8EB63-8E90-42B8-8C4B-A12170367E72}">
      <dsp:nvSpPr>
        <dsp:cNvPr id="0" name=""/>
        <dsp:cNvSpPr/>
      </dsp:nvSpPr>
      <dsp:spPr>
        <a:xfrm>
          <a:off x="0" y="1995041"/>
          <a:ext cx="9720072" cy="11781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58216" rIns="754386" bIns="156464" numCol="1" spcCol="1270" anchor="t" anchorCtr="0">
          <a:noAutofit/>
        </a:bodyPr>
        <a:lstStyle/>
        <a:p>
          <a:pPr marL="228600" lvl="1" indent="-228600" algn="l" defTabSz="977900">
            <a:lnSpc>
              <a:spcPct val="90000"/>
            </a:lnSpc>
            <a:spcBef>
              <a:spcPct val="0"/>
            </a:spcBef>
            <a:spcAft>
              <a:spcPct val="15000"/>
            </a:spcAft>
            <a:buChar char="•"/>
          </a:pPr>
          <a:r>
            <a:rPr lang="en-GB" sz="2200" kern="1200" dirty="0"/>
            <a:t>Storing, loading, and running the GNN for inference during application runtime (inference)</a:t>
          </a:r>
        </a:p>
      </dsp:txBody>
      <dsp:txXfrm>
        <a:off x="0" y="1995041"/>
        <a:ext cx="9720072" cy="1178100"/>
      </dsp:txXfrm>
    </dsp:sp>
    <dsp:sp modelId="{D86FA452-B104-4063-B842-2534A319E10D}">
      <dsp:nvSpPr>
        <dsp:cNvPr id="0" name=""/>
        <dsp:cNvSpPr/>
      </dsp:nvSpPr>
      <dsp:spPr>
        <a:xfrm>
          <a:off x="486003" y="1670320"/>
          <a:ext cx="6804050"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357188">
            <a:lnSpc>
              <a:spcPct val="90000"/>
            </a:lnSpc>
            <a:spcBef>
              <a:spcPct val="0"/>
            </a:spcBef>
            <a:spcAft>
              <a:spcPct val="35000"/>
            </a:spcAft>
            <a:buNone/>
          </a:pPr>
          <a:r>
            <a:rPr lang="en-GB" sz="2300" kern="1200" dirty="0">
              <a:solidFill>
                <a:prstClr val="white"/>
              </a:solidFill>
              <a:latin typeface="Tw Cen MT" panose="020B0602020104020603"/>
              <a:ea typeface="+mn-ea"/>
              <a:cs typeface="+mn-cs"/>
            </a:rPr>
            <a:t>	</a:t>
          </a:r>
          <a:r>
            <a:rPr lang="en-GB" sz="2300" kern="1200" dirty="0"/>
            <a:t>ONNX</a:t>
          </a:r>
          <a:endParaRPr lang="en-GB" dirty="0"/>
        </a:p>
      </dsp:txBody>
      <dsp:txXfrm>
        <a:off x="517706" y="1702023"/>
        <a:ext cx="6740644" cy="586034"/>
      </dsp:txXfrm>
    </dsp:sp>
    <dsp:sp modelId="{4A513523-30DD-4F38-BA35-5C7AF5C2CF9A}">
      <dsp:nvSpPr>
        <dsp:cNvPr id="0" name=""/>
        <dsp:cNvSpPr/>
      </dsp:nvSpPr>
      <dsp:spPr>
        <a:xfrm>
          <a:off x="0" y="3616661"/>
          <a:ext cx="9720072" cy="11781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58216" rIns="754386" bIns="156464" numCol="1" spcCol="1270" anchor="t" anchorCtr="0">
          <a:noAutofit/>
        </a:bodyPr>
        <a:lstStyle/>
        <a:p>
          <a:pPr marL="228600" lvl="1" indent="-228600" algn="l" defTabSz="977900">
            <a:lnSpc>
              <a:spcPct val="90000"/>
            </a:lnSpc>
            <a:spcBef>
              <a:spcPct val="0"/>
            </a:spcBef>
            <a:spcAft>
              <a:spcPct val="15000"/>
            </a:spcAft>
            <a:buChar char="•"/>
          </a:pPr>
          <a:r>
            <a:rPr lang="en-GB" sz="2200" kern="1200" dirty="0"/>
            <a:t>Schedule, running, and tracking the GNN training runs and hyperparameter optimization to improve the model</a:t>
          </a:r>
        </a:p>
      </dsp:txBody>
      <dsp:txXfrm>
        <a:off x="0" y="3616661"/>
        <a:ext cx="9720072" cy="1178100"/>
      </dsp:txXfrm>
    </dsp:sp>
    <dsp:sp modelId="{036218D3-C188-4B64-BF2D-BD01CB163DE2}">
      <dsp:nvSpPr>
        <dsp:cNvPr id="0" name=""/>
        <dsp:cNvSpPr/>
      </dsp:nvSpPr>
      <dsp:spPr>
        <a:xfrm>
          <a:off x="486003" y="3291941"/>
          <a:ext cx="6804050"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977900">
            <a:lnSpc>
              <a:spcPct val="90000"/>
            </a:lnSpc>
            <a:spcBef>
              <a:spcPct val="0"/>
            </a:spcBef>
            <a:spcAft>
              <a:spcPct val="35000"/>
            </a:spcAft>
            <a:buNone/>
            <a:tabLst>
              <a:tab pos="357188" algn="l"/>
            </a:tabLst>
          </a:pPr>
          <a:r>
            <a:rPr lang="en-GB" sz="2200" kern="1200" dirty="0"/>
            <a:t>	Weights &amp; Biases</a:t>
          </a:r>
        </a:p>
      </dsp:txBody>
      <dsp:txXfrm>
        <a:off x="517706" y="3323644"/>
        <a:ext cx="6740644" cy="5860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79F39-A169-42E7-B535-BF2A59C6B4F3}">
      <dsp:nvSpPr>
        <dsp:cNvPr id="0" name=""/>
        <dsp:cNvSpPr/>
      </dsp:nvSpPr>
      <dsp:spPr>
        <a:xfrm>
          <a:off x="0" y="425215"/>
          <a:ext cx="9720072" cy="12316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79044" rIns="754386" bIns="163576"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In order to access the needed data from the application during inference, the existing CSV-file is converted and stored in a RDBMS</a:t>
          </a:r>
        </a:p>
      </dsp:txBody>
      <dsp:txXfrm>
        <a:off x="0" y="425215"/>
        <a:ext cx="9720072" cy="1231650"/>
      </dsp:txXfrm>
    </dsp:sp>
    <dsp:sp modelId="{D61A610A-2245-4678-A8E7-6477A4C0346F}">
      <dsp:nvSpPr>
        <dsp:cNvPr id="0" name=""/>
        <dsp:cNvSpPr/>
      </dsp:nvSpPr>
      <dsp:spPr>
        <a:xfrm>
          <a:off x="486003" y="85735"/>
          <a:ext cx="6804050" cy="6789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357188">
            <a:lnSpc>
              <a:spcPct val="90000"/>
            </a:lnSpc>
            <a:spcBef>
              <a:spcPct val="0"/>
            </a:spcBef>
            <a:spcAft>
              <a:spcPct val="35000"/>
            </a:spcAft>
            <a:buNone/>
          </a:pPr>
          <a:r>
            <a:rPr lang="en-GB" sz="2300" kern="1200" dirty="0"/>
            <a:t>	PostgreSQL</a:t>
          </a:r>
        </a:p>
      </dsp:txBody>
      <dsp:txXfrm>
        <a:off x="519147" y="118879"/>
        <a:ext cx="6737762" cy="612672"/>
      </dsp:txXfrm>
    </dsp:sp>
    <dsp:sp modelId="{05DEEE74-092C-4E06-B34E-D2ECB89753CB}">
      <dsp:nvSpPr>
        <dsp:cNvPr id="0" name=""/>
        <dsp:cNvSpPr/>
      </dsp:nvSpPr>
      <dsp:spPr>
        <a:xfrm>
          <a:off x="0" y="2120546"/>
          <a:ext cx="9720072" cy="12316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79044" rIns="754386" bIns="163576"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Receiving and serving request from the frontend with movies and recommendations</a:t>
          </a:r>
        </a:p>
      </dsp:txBody>
      <dsp:txXfrm>
        <a:off x="0" y="2120546"/>
        <a:ext cx="9720072" cy="1231650"/>
      </dsp:txXfrm>
    </dsp:sp>
    <dsp:sp modelId="{149C4747-D0FE-454C-A175-10E4DC4128BF}">
      <dsp:nvSpPr>
        <dsp:cNvPr id="0" name=""/>
        <dsp:cNvSpPr/>
      </dsp:nvSpPr>
      <dsp:spPr>
        <a:xfrm>
          <a:off x="486003" y="1781066"/>
          <a:ext cx="6804050" cy="6789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357188">
            <a:lnSpc>
              <a:spcPct val="90000"/>
            </a:lnSpc>
            <a:spcBef>
              <a:spcPct val="0"/>
            </a:spcBef>
            <a:spcAft>
              <a:spcPct val="35000"/>
            </a:spcAft>
            <a:buNone/>
          </a:pPr>
          <a:r>
            <a:rPr lang="en-GB" sz="2300" kern="1200" dirty="0"/>
            <a:t>	</a:t>
          </a:r>
          <a:r>
            <a:rPr lang="en-GB" sz="2300" kern="1200" dirty="0" err="1"/>
            <a:t>FastAPI</a:t>
          </a:r>
          <a:endParaRPr lang="en-GB" sz="2300" kern="1200" dirty="0"/>
        </a:p>
      </dsp:txBody>
      <dsp:txXfrm>
        <a:off x="519147" y="1814210"/>
        <a:ext cx="6737762" cy="612672"/>
      </dsp:txXfrm>
    </dsp:sp>
    <dsp:sp modelId="{4B840658-1438-4424-87B9-0BFD34855ABD}">
      <dsp:nvSpPr>
        <dsp:cNvPr id="0" name=""/>
        <dsp:cNvSpPr/>
      </dsp:nvSpPr>
      <dsp:spPr>
        <a:xfrm>
          <a:off x="0" y="3815876"/>
          <a:ext cx="9720072" cy="9418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79044" rIns="754386" bIns="163576"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Building a simple web GUI for the user to interact with the tool</a:t>
          </a:r>
        </a:p>
      </dsp:txBody>
      <dsp:txXfrm>
        <a:off x="0" y="3815876"/>
        <a:ext cx="9720072" cy="941850"/>
      </dsp:txXfrm>
    </dsp:sp>
    <dsp:sp modelId="{A5D08D67-7095-4B8C-9EBB-0E3465BDCEF9}">
      <dsp:nvSpPr>
        <dsp:cNvPr id="0" name=""/>
        <dsp:cNvSpPr/>
      </dsp:nvSpPr>
      <dsp:spPr>
        <a:xfrm>
          <a:off x="486003" y="3476396"/>
          <a:ext cx="6804050" cy="6789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1022350">
            <a:lnSpc>
              <a:spcPct val="90000"/>
            </a:lnSpc>
            <a:spcBef>
              <a:spcPct val="0"/>
            </a:spcBef>
            <a:spcAft>
              <a:spcPct val="35000"/>
            </a:spcAft>
            <a:buNone/>
            <a:tabLst>
              <a:tab pos="357188" algn="l"/>
            </a:tabLst>
          </a:pPr>
          <a:r>
            <a:rPr lang="en-GB" sz="2300" kern="1200" dirty="0"/>
            <a:t>	</a:t>
          </a:r>
          <a:r>
            <a:rPr lang="en-GB" sz="2300" kern="1200" dirty="0" err="1"/>
            <a:t>Steamlit</a:t>
          </a:r>
          <a:endParaRPr lang="en-GB" sz="2300" kern="1200" dirty="0"/>
        </a:p>
      </dsp:txBody>
      <dsp:txXfrm>
        <a:off x="519147" y="3509540"/>
        <a:ext cx="6737762" cy="6126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C66022-7F0F-4FB6-985B-0130642D04AE}">
      <dsp:nvSpPr>
        <dsp:cNvPr id="0" name=""/>
        <dsp:cNvSpPr/>
      </dsp:nvSpPr>
      <dsp:spPr>
        <a:xfrm>
          <a:off x="0" y="566605"/>
          <a:ext cx="9720072" cy="1023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520700" rIns="754386" bIns="177800" numCol="1" spcCol="1270" anchor="t" anchorCtr="0">
          <a:noAutofit/>
        </a:bodyPr>
        <a:lstStyle/>
        <a:p>
          <a:pPr marL="228600" lvl="1" indent="-228600" algn="l" defTabSz="1111250">
            <a:lnSpc>
              <a:spcPct val="90000"/>
            </a:lnSpc>
            <a:spcBef>
              <a:spcPct val="0"/>
            </a:spcBef>
            <a:spcAft>
              <a:spcPct val="15000"/>
            </a:spcAft>
            <a:buChar char="•"/>
          </a:pPr>
          <a:r>
            <a:rPr lang="en-GB" sz="2500" kern="1200" dirty="0"/>
            <a:t>Collaborative working, code sharing, and version control</a:t>
          </a:r>
        </a:p>
      </dsp:txBody>
      <dsp:txXfrm>
        <a:off x="0" y="566605"/>
        <a:ext cx="9720072" cy="1023750"/>
      </dsp:txXfrm>
    </dsp:sp>
    <dsp:sp modelId="{06A21C92-EE9D-4599-8023-343A6EDCE29F}">
      <dsp:nvSpPr>
        <dsp:cNvPr id="0" name=""/>
        <dsp:cNvSpPr/>
      </dsp:nvSpPr>
      <dsp:spPr>
        <a:xfrm>
          <a:off x="486003" y="197605"/>
          <a:ext cx="6804050" cy="738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357188">
            <a:lnSpc>
              <a:spcPct val="90000"/>
            </a:lnSpc>
            <a:spcBef>
              <a:spcPct val="0"/>
            </a:spcBef>
            <a:spcAft>
              <a:spcPct val="35000"/>
            </a:spcAft>
            <a:buNone/>
          </a:pPr>
          <a:r>
            <a:rPr lang="en-GB" sz="2500" kern="1200" dirty="0"/>
            <a:t>	GitHub</a:t>
          </a:r>
        </a:p>
      </dsp:txBody>
      <dsp:txXfrm>
        <a:off x="522029" y="233631"/>
        <a:ext cx="6731998" cy="665948"/>
      </dsp:txXfrm>
    </dsp:sp>
    <dsp:sp modelId="{24FC21A2-131D-40A0-B9E8-4166E70618B7}">
      <dsp:nvSpPr>
        <dsp:cNvPr id="0" name=""/>
        <dsp:cNvSpPr/>
      </dsp:nvSpPr>
      <dsp:spPr>
        <a:xfrm>
          <a:off x="0" y="2094356"/>
          <a:ext cx="9720072" cy="1023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520700" rIns="754386" bIns="177800" numCol="1" spcCol="1270" anchor="t" anchorCtr="0">
          <a:noAutofit/>
        </a:bodyPr>
        <a:lstStyle/>
        <a:p>
          <a:pPr marL="228600" lvl="1" indent="-228600" algn="l" defTabSz="1111250">
            <a:lnSpc>
              <a:spcPct val="90000"/>
            </a:lnSpc>
            <a:spcBef>
              <a:spcPct val="0"/>
            </a:spcBef>
            <a:spcAft>
              <a:spcPct val="15000"/>
            </a:spcAft>
            <a:buChar char="•"/>
          </a:pPr>
          <a:r>
            <a:rPr lang="en-GB" sz="2500" kern="1200" dirty="0"/>
            <a:t>Containerizing the application for deployment on any platform</a:t>
          </a:r>
        </a:p>
      </dsp:txBody>
      <dsp:txXfrm>
        <a:off x="0" y="2094356"/>
        <a:ext cx="9720072" cy="1023750"/>
      </dsp:txXfrm>
    </dsp:sp>
    <dsp:sp modelId="{328EF886-3F4D-4613-91DC-CE2B9A4C677E}">
      <dsp:nvSpPr>
        <dsp:cNvPr id="0" name=""/>
        <dsp:cNvSpPr/>
      </dsp:nvSpPr>
      <dsp:spPr>
        <a:xfrm>
          <a:off x="486003" y="1725356"/>
          <a:ext cx="6804050" cy="738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357188">
            <a:lnSpc>
              <a:spcPct val="90000"/>
            </a:lnSpc>
            <a:spcBef>
              <a:spcPct val="0"/>
            </a:spcBef>
            <a:spcAft>
              <a:spcPct val="35000"/>
            </a:spcAft>
            <a:buNone/>
          </a:pPr>
          <a:r>
            <a:rPr lang="en-GB" sz="2500" kern="1200" dirty="0"/>
            <a:t>	Docker</a:t>
          </a:r>
        </a:p>
      </dsp:txBody>
      <dsp:txXfrm>
        <a:off x="522029" y="1761382"/>
        <a:ext cx="6731998" cy="665948"/>
      </dsp:txXfrm>
    </dsp:sp>
    <dsp:sp modelId="{88A9DBA5-1E5B-404F-B0C2-B6ACA8F04A75}">
      <dsp:nvSpPr>
        <dsp:cNvPr id="0" name=""/>
        <dsp:cNvSpPr/>
      </dsp:nvSpPr>
      <dsp:spPr>
        <a:xfrm>
          <a:off x="0" y="3622106"/>
          <a:ext cx="9720072" cy="1023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520700" rIns="754386" bIns="177800" numCol="1" spcCol="1270" anchor="t" anchorCtr="0">
          <a:noAutofit/>
        </a:bodyPr>
        <a:lstStyle/>
        <a:p>
          <a:pPr marL="228600" lvl="1" indent="-228600" algn="l" defTabSz="1111250">
            <a:lnSpc>
              <a:spcPct val="90000"/>
            </a:lnSpc>
            <a:spcBef>
              <a:spcPct val="0"/>
            </a:spcBef>
            <a:spcAft>
              <a:spcPct val="15000"/>
            </a:spcAft>
            <a:buChar char="•"/>
          </a:pPr>
          <a:r>
            <a:rPr lang="en-GB" sz="2500" kern="1200" dirty="0"/>
            <a:t>Standardised code formatting for working in a team</a:t>
          </a:r>
        </a:p>
      </dsp:txBody>
      <dsp:txXfrm>
        <a:off x="0" y="3622106"/>
        <a:ext cx="9720072" cy="1023750"/>
      </dsp:txXfrm>
    </dsp:sp>
    <dsp:sp modelId="{D832D847-3F07-495E-B1B3-6FD9C0FA67FF}">
      <dsp:nvSpPr>
        <dsp:cNvPr id="0" name=""/>
        <dsp:cNvSpPr/>
      </dsp:nvSpPr>
      <dsp:spPr>
        <a:xfrm>
          <a:off x="486003" y="3253106"/>
          <a:ext cx="6804050" cy="738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1111250">
            <a:lnSpc>
              <a:spcPct val="90000"/>
            </a:lnSpc>
            <a:spcBef>
              <a:spcPct val="0"/>
            </a:spcBef>
            <a:spcAft>
              <a:spcPct val="35000"/>
            </a:spcAft>
            <a:buNone/>
            <a:tabLst>
              <a:tab pos="357188" algn="l"/>
            </a:tabLst>
          </a:pPr>
          <a:r>
            <a:rPr lang="en-GB" sz="2500" kern="1200" dirty="0"/>
            <a:t>	RUFF Formatter</a:t>
          </a:r>
        </a:p>
      </dsp:txBody>
      <dsp:txXfrm>
        <a:off x="522029" y="3289132"/>
        <a:ext cx="6731998" cy="665948"/>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Symbolliste mit Kreisbezeichnungen"/>
  <dgm:desc val="Hiermit zeigen Sie nicht sequenzielle oder gruppierte Informationsblöcke begleitet von einem zugehörigen visuellen Element an. Eignet sich am besten für Symbole oder kleine Bilder mit kurzen Textbeschriftungen."/>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dirty="0"/>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05D51D2-ADCD-4092-BFAC-B3B920D83F85}" type="datetime1">
              <a:rPr lang="de-DE" smtClean="0"/>
              <a:t>03.05.2026</a:t>
            </a:fld>
            <a:endParaRPr lang="de-DE" dirty="0"/>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dirty="0"/>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B53ADFC-ABB8-401A-BB24-33FDAFEDCEBD}" type="slidenum">
              <a:rPr lang="de-DE" smtClean="0"/>
              <a:t>‹#›</a:t>
            </a:fld>
            <a:endParaRPr lang="de-DE" dirty="0"/>
          </a:p>
        </p:txBody>
      </p:sp>
    </p:spTree>
    <p:extLst>
      <p:ext uri="{BB962C8B-B14F-4D97-AF65-F5344CB8AC3E}">
        <p14:creationId xmlns:p14="http://schemas.microsoft.com/office/powerpoint/2010/main" val="27332493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noProof="0"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EE615-04DF-4142-8B33-EF0FCE4F93E5}" type="datetime1">
              <a:rPr lang="de-DE" smtClean="0"/>
              <a:pPr/>
              <a:t>03.05.2026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de-DE" noProof="0"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DE" noProof="0" dirty="0"/>
              <a:t>Textmasterformate durch Klicken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noProof="0"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725628-3A68-42F4-BA86-981817953149}" type="slidenum">
              <a:rPr lang="de-DE" noProof="0" smtClean="0"/>
              <a:t>‹#›</a:t>
            </a:fld>
            <a:endParaRPr lang="de-DE" noProof="0"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dirty="0"/>
          </a:p>
        </p:txBody>
      </p:sp>
      <p:sp>
        <p:nvSpPr>
          <p:cNvPr id="4" name="Foliennummernplatzhalter 3"/>
          <p:cNvSpPr>
            <a:spLocks noGrp="1"/>
          </p:cNvSpPr>
          <p:nvPr>
            <p:ph type="sldNum" sz="quarter" idx="10"/>
          </p:nvPr>
        </p:nvSpPr>
        <p:spPr/>
        <p:txBody>
          <a:bodyPr rtlCol="0"/>
          <a:lstStyle/>
          <a:p>
            <a:pPr rtl="0"/>
            <a:fld id="{4B725628-3A68-42F4-BA86-981817953149}" type="slidenum">
              <a:rPr lang="de-DE" smtClean="0"/>
              <a:t>1</a:t>
            </a:fld>
            <a:endParaRPr lang="de-DE" dirty="0"/>
          </a:p>
        </p:txBody>
      </p:sp>
    </p:spTree>
    <p:extLst>
      <p:ext uri="{BB962C8B-B14F-4D97-AF65-F5344CB8AC3E}">
        <p14:creationId xmlns:p14="http://schemas.microsoft.com/office/powerpoint/2010/main" val="3859257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dirty="0"/>
          </a:p>
        </p:txBody>
      </p:sp>
      <p:sp>
        <p:nvSpPr>
          <p:cNvPr id="4" name="Foliennummernplatzhalter 3"/>
          <p:cNvSpPr>
            <a:spLocks noGrp="1"/>
          </p:cNvSpPr>
          <p:nvPr>
            <p:ph type="sldNum" sz="quarter" idx="10"/>
          </p:nvPr>
        </p:nvSpPr>
        <p:spPr/>
        <p:txBody>
          <a:bodyPr rtlCol="0"/>
          <a:lstStyle/>
          <a:p>
            <a:pPr rtl="0"/>
            <a:fld id="{4B725628-3A68-42F4-BA86-981817953149}" type="slidenum">
              <a:rPr lang="de-DE" smtClean="0"/>
              <a:t>2</a:t>
            </a:fld>
            <a:endParaRPr lang="de-DE" dirty="0"/>
          </a:p>
        </p:txBody>
      </p:sp>
    </p:spTree>
    <p:extLst>
      <p:ext uri="{BB962C8B-B14F-4D97-AF65-F5344CB8AC3E}">
        <p14:creationId xmlns:p14="http://schemas.microsoft.com/office/powerpoint/2010/main" val="3959845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presents what:</a:t>
            </a:r>
          </a:p>
          <a:p>
            <a:pPr marL="171450" indent="-171450">
              <a:buFontTx/>
              <a:buChar char="-"/>
            </a:pPr>
            <a:r>
              <a:rPr lang="en-US" dirty="0"/>
              <a:t>Joel</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Remove CI/CD if not implemented</a:t>
            </a:r>
          </a:p>
          <a:p>
            <a:pPr marL="628650" lvl="1" indent="-171450">
              <a:buFontTx/>
              <a:buChar char="-"/>
            </a:pPr>
            <a:endParaRPr lang="en-US" dirty="0"/>
          </a:p>
          <a:p>
            <a:pPr marL="171450" indent="-171450">
              <a:buFontTx/>
              <a:buChar char="-"/>
            </a:pPr>
            <a:r>
              <a:rPr lang="en-US" dirty="0"/>
              <a:t>Rino</a:t>
            </a:r>
          </a:p>
          <a:p>
            <a:pPr marL="628650" lvl="1" indent="-171450">
              <a:buFontTx/>
              <a:buChar char="-"/>
            </a:pPr>
            <a:r>
              <a:rPr lang="en-US" dirty="0" err="1"/>
              <a:t>Streamlit</a:t>
            </a:r>
            <a:r>
              <a:rPr lang="en-US" dirty="0"/>
              <a:t> </a:t>
            </a:r>
          </a:p>
          <a:p>
            <a:pPr marL="171450" indent="-171450">
              <a:buFontTx/>
              <a:buChar char="-"/>
            </a:pPr>
            <a:r>
              <a:rPr lang="en-US" dirty="0"/>
              <a:t>Hemanthi</a:t>
            </a:r>
          </a:p>
          <a:p>
            <a:pPr marL="171450" indent="-171450">
              <a:buFontTx/>
              <a:buChar char="-"/>
            </a:pPr>
            <a:r>
              <a:rPr lang="en-US" dirty="0"/>
              <a:t>Pedro</a:t>
            </a:r>
            <a:endParaRPr lang="de-CH" dirty="0"/>
          </a:p>
        </p:txBody>
      </p:sp>
      <p:sp>
        <p:nvSpPr>
          <p:cNvPr id="4" name="Slide Number Placeholder 3"/>
          <p:cNvSpPr>
            <a:spLocks noGrp="1"/>
          </p:cNvSpPr>
          <p:nvPr>
            <p:ph type="sldNum" sz="quarter" idx="5"/>
          </p:nvPr>
        </p:nvSpPr>
        <p:spPr/>
        <p:txBody>
          <a:bodyPr/>
          <a:lstStyle/>
          <a:p>
            <a:pPr rtl="0"/>
            <a:fld id="{4B725628-3A68-42F4-BA86-981817953149}" type="slidenum">
              <a:rPr lang="de-DE" noProof="0" smtClean="0"/>
              <a:t>4</a:t>
            </a:fld>
            <a:endParaRPr lang="de-DE" noProof="0" dirty="0"/>
          </a:p>
        </p:txBody>
      </p:sp>
    </p:spTree>
    <p:extLst>
      <p:ext uri="{BB962C8B-B14F-4D97-AF65-F5344CB8AC3E}">
        <p14:creationId xmlns:p14="http://schemas.microsoft.com/office/powerpoint/2010/main" val="596579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FEC08-2340-7C95-9DED-E7C5EAB4D5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1F962-9846-F969-1EDC-A33CB0BC5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B70F78-546C-F020-FD93-8C751358160E}"/>
              </a:ext>
            </a:extLst>
          </p:cNvPr>
          <p:cNvSpPr>
            <a:spLocks noGrp="1"/>
          </p:cNvSpPr>
          <p:nvPr>
            <p:ph type="body" idx="1"/>
          </p:nvPr>
        </p:nvSpPr>
        <p:spPr/>
        <p:txBody>
          <a:bodyPr/>
          <a:lstStyle/>
          <a:p>
            <a:r>
              <a:rPr lang="en-US" dirty="0"/>
              <a:t>Who presents what:</a:t>
            </a:r>
          </a:p>
          <a:p>
            <a:pPr marL="171450" indent="-171450">
              <a:buFontTx/>
              <a:buChar char="-"/>
            </a:pPr>
            <a:r>
              <a:rPr lang="en-US" dirty="0"/>
              <a:t>Joel</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Remove CI/CD if not implemented</a:t>
            </a:r>
          </a:p>
          <a:p>
            <a:pPr marL="628650" lvl="1" indent="-171450">
              <a:buFontTx/>
              <a:buChar char="-"/>
            </a:pPr>
            <a:endParaRPr lang="en-US" dirty="0"/>
          </a:p>
          <a:p>
            <a:pPr marL="171450" indent="-171450">
              <a:buFontTx/>
              <a:buChar char="-"/>
            </a:pPr>
            <a:r>
              <a:rPr lang="en-US" dirty="0"/>
              <a:t>Rino</a:t>
            </a:r>
          </a:p>
          <a:p>
            <a:pPr marL="628650" lvl="1" indent="-171450">
              <a:buFontTx/>
              <a:buChar char="-"/>
            </a:pPr>
            <a:r>
              <a:rPr lang="en-US" dirty="0" err="1"/>
              <a:t>Streamlit</a:t>
            </a:r>
            <a:r>
              <a:rPr lang="en-US" dirty="0"/>
              <a:t> </a:t>
            </a:r>
          </a:p>
          <a:p>
            <a:pPr marL="171450" indent="-171450">
              <a:buFontTx/>
              <a:buChar char="-"/>
            </a:pPr>
            <a:r>
              <a:rPr lang="en-US" dirty="0"/>
              <a:t>Hemanthi</a:t>
            </a:r>
          </a:p>
          <a:p>
            <a:pPr marL="171450" indent="-171450">
              <a:buFontTx/>
              <a:buChar char="-"/>
            </a:pPr>
            <a:r>
              <a:rPr lang="en-US" dirty="0"/>
              <a:t>Pedro</a:t>
            </a:r>
            <a:endParaRPr lang="de-CH" dirty="0"/>
          </a:p>
        </p:txBody>
      </p:sp>
      <p:sp>
        <p:nvSpPr>
          <p:cNvPr id="4" name="Slide Number Placeholder 3">
            <a:extLst>
              <a:ext uri="{FF2B5EF4-FFF2-40B4-BE49-F238E27FC236}">
                <a16:creationId xmlns:a16="http://schemas.microsoft.com/office/drawing/2014/main" id="{98323CFD-75B6-1917-A15B-C0009368EAAF}"/>
              </a:ext>
            </a:extLst>
          </p:cNvPr>
          <p:cNvSpPr>
            <a:spLocks noGrp="1"/>
          </p:cNvSpPr>
          <p:nvPr>
            <p:ph type="sldNum" sz="quarter" idx="5"/>
          </p:nvPr>
        </p:nvSpPr>
        <p:spPr/>
        <p:txBody>
          <a:bodyPr/>
          <a:lstStyle/>
          <a:p>
            <a:pPr rtl="0"/>
            <a:fld id="{4B725628-3A68-42F4-BA86-981817953149}" type="slidenum">
              <a:rPr lang="de-DE" noProof="0" smtClean="0"/>
              <a:t>5</a:t>
            </a:fld>
            <a:endParaRPr lang="de-DE" noProof="0" dirty="0"/>
          </a:p>
        </p:txBody>
      </p:sp>
    </p:spTree>
    <p:extLst>
      <p:ext uri="{BB962C8B-B14F-4D97-AF65-F5344CB8AC3E}">
        <p14:creationId xmlns:p14="http://schemas.microsoft.com/office/powerpoint/2010/main" val="2564649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1A835-1C5A-E6BC-0313-74F19A9CC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81064-C599-58FF-0403-3C8381A1FD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A58786-6F8E-4AB5-463E-5B798667D26B}"/>
              </a:ext>
            </a:extLst>
          </p:cNvPr>
          <p:cNvSpPr>
            <a:spLocks noGrp="1"/>
          </p:cNvSpPr>
          <p:nvPr>
            <p:ph type="body" idx="1"/>
          </p:nvPr>
        </p:nvSpPr>
        <p:spPr/>
        <p:txBody>
          <a:bodyPr/>
          <a:lstStyle/>
          <a:p>
            <a:r>
              <a:rPr lang="en-US" dirty="0"/>
              <a:t>Who presents what:</a:t>
            </a:r>
          </a:p>
          <a:p>
            <a:pPr marL="171450" indent="-171450">
              <a:buFontTx/>
              <a:buChar char="-"/>
            </a:pPr>
            <a:r>
              <a:rPr lang="en-US" dirty="0"/>
              <a:t>Joel</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Remove CI/CD if not implemented</a:t>
            </a:r>
          </a:p>
          <a:p>
            <a:pPr marL="628650" lvl="1" indent="-171450">
              <a:buFontTx/>
              <a:buChar char="-"/>
            </a:pPr>
            <a:endParaRPr lang="en-US" dirty="0"/>
          </a:p>
          <a:p>
            <a:pPr marL="171450" indent="-171450">
              <a:buFontTx/>
              <a:buChar char="-"/>
            </a:pPr>
            <a:r>
              <a:rPr lang="en-US" dirty="0"/>
              <a:t>Rino</a:t>
            </a:r>
          </a:p>
          <a:p>
            <a:pPr marL="628650" lvl="1" indent="-171450">
              <a:buFontTx/>
              <a:buChar char="-"/>
            </a:pPr>
            <a:r>
              <a:rPr lang="en-US" dirty="0" err="1"/>
              <a:t>Streamlit</a:t>
            </a:r>
            <a:r>
              <a:rPr lang="en-US" dirty="0"/>
              <a:t> </a:t>
            </a:r>
          </a:p>
          <a:p>
            <a:pPr marL="171450" indent="-171450">
              <a:buFontTx/>
              <a:buChar char="-"/>
            </a:pPr>
            <a:r>
              <a:rPr lang="en-US" dirty="0"/>
              <a:t>Hemanthi</a:t>
            </a:r>
          </a:p>
          <a:p>
            <a:pPr marL="171450" indent="-171450">
              <a:buFontTx/>
              <a:buChar char="-"/>
            </a:pPr>
            <a:r>
              <a:rPr lang="en-US" dirty="0"/>
              <a:t>Pedro</a:t>
            </a:r>
            <a:endParaRPr lang="de-CH" dirty="0"/>
          </a:p>
        </p:txBody>
      </p:sp>
      <p:sp>
        <p:nvSpPr>
          <p:cNvPr id="4" name="Slide Number Placeholder 3">
            <a:extLst>
              <a:ext uri="{FF2B5EF4-FFF2-40B4-BE49-F238E27FC236}">
                <a16:creationId xmlns:a16="http://schemas.microsoft.com/office/drawing/2014/main" id="{E9CB28E4-B34E-A2C2-2AF6-23E0B52D796D}"/>
              </a:ext>
            </a:extLst>
          </p:cNvPr>
          <p:cNvSpPr>
            <a:spLocks noGrp="1"/>
          </p:cNvSpPr>
          <p:nvPr>
            <p:ph type="sldNum" sz="quarter" idx="5"/>
          </p:nvPr>
        </p:nvSpPr>
        <p:spPr/>
        <p:txBody>
          <a:bodyPr/>
          <a:lstStyle/>
          <a:p>
            <a:pPr rtl="0"/>
            <a:fld id="{4B725628-3A68-42F4-BA86-981817953149}" type="slidenum">
              <a:rPr lang="de-DE" noProof="0" smtClean="0"/>
              <a:t>6</a:t>
            </a:fld>
            <a:endParaRPr lang="de-DE" noProof="0" dirty="0"/>
          </a:p>
        </p:txBody>
      </p:sp>
    </p:spTree>
    <p:extLst>
      <p:ext uri="{BB962C8B-B14F-4D97-AF65-F5344CB8AC3E}">
        <p14:creationId xmlns:p14="http://schemas.microsoft.com/office/powerpoint/2010/main" val="1410036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D765E-E13E-502E-6F51-D48B7BFEF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7E012-2488-0E32-8977-FE6E5628DE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40E98-6BE7-223E-252C-24EACEA60F8B}"/>
              </a:ext>
            </a:extLst>
          </p:cNvPr>
          <p:cNvSpPr>
            <a:spLocks noGrp="1"/>
          </p:cNvSpPr>
          <p:nvPr>
            <p:ph type="body" idx="1"/>
          </p:nvPr>
        </p:nvSpPr>
        <p:spPr/>
        <p:txBody>
          <a:bodyPr/>
          <a:lstStyle/>
          <a:p>
            <a:r>
              <a:rPr lang="en-US" dirty="0"/>
              <a:t>Who presents what:</a:t>
            </a:r>
          </a:p>
          <a:p>
            <a:pPr marL="171450" indent="-171450">
              <a:buFontTx/>
              <a:buChar char="-"/>
            </a:pPr>
            <a:r>
              <a:rPr lang="en-US" dirty="0"/>
              <a:t>Joel</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Remove CI/CD if not implemented</a:t>
            </a:r>
          </a:p>
          <a:p>
            <a:pPr marL="628650" lvl="1" indent="-171450">
              <a:buFontTx/>
              <a:buChar char="-"/>
            </a:pPr>
            <a:endParaRPr lang="en-US" dirty="0"/>
          </a:p>
          <a:p>
            <a:pPr marL="171450" indent="-171450">
              <a:buFontTx/>
              <a:buChar char="-"/>
            </a:pPr>
            <a:r>
              <a:rPr lang="en-US" dirty="0"/>
              <a:t>Rino</a:t>
            </a:r>
          </a:p>
          <a:p>
            <a:pPr marL="628650" lvl="1" indent="-171450">
              <a:buFontTx/>
              <a:buChar char="-"/>
            </a:pPr>
            <a:r>
              <a:rPr lang="en-US" dirty="0" err="1"/>
              <a:t>Streamlit</a:t>
            </a:r>
            <a:r>
              <a:rPr lang="en-US" dirty="0"/>
              <a:t> </a:t>
            </a:r>
          </a:p>
          <a:p>
            <a:pPr marL="171450" indent="-171450">
              <a:buFontTx/>
              <a:buChar char="-"/>
            </a:pPr>
            <a:r>
              <a:rPr lang="en-US" dirty="0"/>
              <a:t>Hemanthi</a:t>
            </a:r>
          </a:p>
          <a:p>
            <a:pPr marL="171450" indent="-171450">
              <a:buFontTx/>
              <a:buChar char="-"/>
            </a:pPr>
            <a:r>
              <a:rPr lang="en-US" dirty="0"/>
              <a:t>Pedro</a:t>
            </a:r>
            <a:endParaRPr lang="de-CH" dirty="0"/>
          </a:p>
        </p:txBody>
      </p:sp>
      <p:sp>
        <p:nvSpPr>
          <p:cNvPr id="4" name="Slide Number Placeholder 3">
            <a:extLst>
              <a:ext uri="{FF2B5EF4-FFF2-40B4-BE49-F238E27FC236}">
                <a16:creationId xmlns:a16="http://schemas.microsoft.com/office/drawing/2014/main" id="{193B28A4-04DB-49B6-E517-9AA73648C5FE}"/>
              </a:ext>
            </a:extLst>
          </p:cNvPr>
          <p:cNvSpPr>
            <a:spLocks noGrp="1"/>
          </p:cNvSpPr>
          <p:nvPr>
            <p:ph type="sldNum" sz="quarter" idx="5"/>
          </p:nvPr>
        </p:nvSpPr>
        <p:spPr/>
        <p:txBody>
          <a:bodyPr/>
          <a:lstStyle/>
          <a:p>
            <a:pPr rtl="0"/>
            <a:fld id="{4B725628-3A68-42F4-BA86-981817953149}" type="slidenum">
              <a:rPr lang="de-DE" noProof="0" smtClean="0"/>
              <a:t>7</a:t>
            </a:fld>
            <a:endParaRPr lang="de-DE" noProof="0" dirty="0"/>
          </a:p>
        </p:txBody>
      </p:sp>
    </p:spTree>
    <p:extLst>
      <p:ext uri="{BB962C8B-B14F-4D97-AF65-F5344CB8AC3E}">
        <p14:creationId xmlns:p14="http://schemas.microsoft.com/office/powerpoint/2010/main" val="577700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6845-B991-6671-CE7A-88625D3A63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16DD87-EE7E-DBBF-DDE2-730E391F2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BEDAE-15D3-C2E7-4830-183682AAB86E}"/>
              </a:ext>
            </a:extLst>
          </p:cNvPr>
          <p:cNvSpPr>
            <a:spLocks noGrp="1"/>
          </p:cNvSpPr>
          <p:nvPr>
            <p:ph type="body" idx="1"/>
          </p:nvPr>
        </p:nvSpPr>
        <p:spPr/>
        <p:txBody>
          <a:bodyPr/>
          <a:lstStyle/>
          <a:p>
            <a:r>
              <a:rPr lang="en-US" dirty="0"/>
              <a:t>Who presents what:</a:t>
            </a:r>
          </a:p>
          <a:p>
            <a:pPr marL="171450" indent="-171450">
              <a:buFontTx/>
              <a:buChar char="-"/>
            </a:pPr>
            <a:r>
              <a:rPr lang="en-US" dirty="0"/>
              <a:t>Joel</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Remove CI/CD if not implemented</a:t>
            </a:r>
          </a:p>
          <a:p>
            <a:pPr marL="628650" lvl="1" indent="-171450">
              <a:buFontTx/>
              <a:buChar char="-"/>
            </a:pPr>
            <a:endParaRPr lang="en-US" dirty="0"/>
          </a:p>
          <a:p>
            <a:pPr marL="171450" indent="-171450">
              <a:buFontTx/>
              <a:buChar char="-"/>
            </a:pPr>
            <a:r>
              <a:rPr lang="en-US" dirty="0"/>
              <a:t>Rino</a:t>
            </a:r>
          </a:p>
          <a:p>
            <a:pPr marL="628650" lvl="1" indent="-171450">
              <a:buFontTx/>
              <a:buChar char="-"/>
            </a:pPr>
            <a:r>
              <a:rPr lang="en-US" dirty="0" err="1"/>
              <a:t>Streamlit</a:t>
            </a:r>
            <a:r>
              <a:rPr lang="en-US" dirty="0"/>
              <a:t> </a:t>
            </a:r>
          </a:p>
          <a:p>
            <a:pPr marL="171450" indent="-171450">
              <a:buFontTx/>
              <a:buChar char="-"/>
            </a:pPr>
            <a:r>
              <a:rPr lang="en-US" dirty="0"/>
              <a:t>Hemanthi</a:t>
            </a:r>
          </a:p>
          <a:p>
            <a:pPr marL="171450" indent="-171450">
              <a:buFontTx/>
              <a:buChar char="-"/>
            </a:pPr>
            <a:r>
              <a:rPr lang="en-US" dirty="0"/>
              <a:t>Pedro</a:t>
            </a:r>
            <a:endParaRPr lang="de-CH" dirty="0"/>
          </a:p>
        </p:txBody>
      </p:sp>
      <p:sp>
        <p:nvSpPr>
          <p:cNvPr id="4" name="Slide Number Placeholder 3">
            <a:extLst>
              <a:ext uri="{FF2B5EF4-FFF2-40B4-BE49-F238E27FC236}">
                <a16:creationId xmlns:a16="http://schemas.microsoft.com/office/drawing/2014/main" id="{B580ADCB-AC99-89A8-1C21-24B6C7FDAFBE}"/>
              </a:ext>
            </a:extLst>
          </p:cNvPr>
          <p:cNvSpPr>
            <a:spLocks noGrp="1"/>
          </p:cNvSpPr>
          <p:nvPr>
            <p:ph type="sldNum" sz="quarter" idx="5"/>
          </p:nvPr>
        </p:nvSpPr>
        <p:spPr/>
        <p:txBody>
          <a:bodyPr/>
          <a:lstStyle/>
          <a:p>
            <a:pPr rtl="0"/>
            <a:fld id="{4B725628-3A68-42F4-BA86-981817953149}" type="slidenum">
              <a:rPr lang="de-DE" noProof="0" smtClean="0"/>
              <a:t>8</a:t>
            </a:fld>
            <a:endParaRPr lang="de-DE" noProof="0" dirty="0"/>
          </a:p>
        </p:txBody>
      </p:sp>
    </p:spTree>
    <p:extLst>
      <p:ext uri="{BB962C8B-B14F-4D97-AF65-F5344CB8AC3E}">
        <p14:creationId xmlns:p14="http://schemas.microsoft.com/office/powerpoint/2010/main" val="3559213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pPr rtl="0"/>
            <a:fld id="{4B725628-3A68-42F4-BA86-981817953149}" type="slidenum">
              <a:rPr lang="de-DE" noProof="0" smtClean="0"/>
              <a:t>9</a:t>
            </a:fld>
            <a:endParaRPr lang="de-DE" noProof="0" dirty="0"/>
          </a:p>
        </p:txBody>
      </p:sp>
    </p:spTree>
    <p:extLst>
      <p:ext uri="{BB962C8B-B14F-4D97-AF65-F5344CB8AC3E}">
        <p14:creationId xmlns:p14="http://schemas.microsoft.com/office/powerpoint/2010/main" val="4068322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1D4A3-3F3E-2851-F4BB-EA4782E79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5A093-B0F2-BFE1-D32C-3E028F5B98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9F2252-197A-827B-AC84-6BF43E7082CC}"/>
              </a:ext>
            </a:extLst>
          </p:cNvPr>
          <p:cNvSpPr>
            <a:spLocks noGrp="1"/>
          </p:cNvSpPr>
          <p:nvPr>
            <p:ph type="body" idx="1"/>
          </p:nvPr>
        </p:nvSpPr>
        <p:spPr/>
        <p:txBody>
          <a:bodyPr/>
          <a:lstStyle/>
          <a:p>
            <a:endParaRPr lang="de-CH" dirty="0"/>
          </a:p>
        </p:txBody>
      </p:sp>
      <p:sp>
        <p:nvSpPr>
          <p:cNvPr id="4" name="Slide Number Placeholder 3">
            <a:extLst>
              <a:ext uri="{FF2B5EF4-FFF2-40B4-BE49-F238E27FC236}">
                <a16:creationId xmlns:a16="http://schemas.microsoft.com/office/drawing/2014/main" id="{42676EB0-E95A-0239-95A3-AD51B39108D1}"/>
              </a:ext>
            </a:extLst>
          </p:cNvPr>
          <p:cNvSpPr>
            <a:spLocks noGrp="1"/>
          </p:cNvSpPr>
          <p:nvPr>
            <p:ph type="sldNum" sz="quarter" idx="5"/>
          </p:nvPr>
        </p:nvSpPr>
        <p:spPr/>
        <p:txBody>
          <a:bodyPr/>
          <a:lstStyle/>
          <a:p>
            <a:pPr rtl="0"/>
            <a:fld id="{4B725628-3A68-42F4-BA86-981817953149}" type="slidenum">
              <a:rPr lang="de-DE" noProof="0" smtClean="0"/>
              <a:t>10</a:t>
            </a:fld>
            <a:endParaRPr lang="de-DE" noProof="0" dirty="0"/>
          </a:p>
        </p:txBody>
      </p:sp>
    </p:spTree>
    <p:extLst>
      <p:ext uri="{BB962C8B-B14F-4D97-AF65-F5344CB8AC3E}">
        <p14:creationId xmlns:p14="http://schemas.microsoft.com/office/powerpoint/2010/main" val="28796338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13" name="Bild 4">
            <a:extLst>
              <a:ext uri="{FF2B5EF4-FFF2-40B4-BE49-F238E27FC236}">
                <a16:creationId xmlns:a16="http://schemas.microsoft.com/office/drawing/2014/main" id="{D1B64DAC-14BF-D44F-F6A7-4E572BFC2AEE}"/>
              </a:ext>
              <a:ext uri="{C183D7F6-B498-43B3-948B-1728B52AA6E4}">
                <adec:decorative xmlns:adec="http://schemas.microsoft.com/office/drawing/2017/decorative" val="1"/>
              </a:ext>
            </a:extLst>
          </p:cNvPr>
          <p:cNvPicPr>
            <a:picLocks noChangeAspect="1"/>
          </p:cNvPicPr>
          <p:nvPr userDrawn="1"/>
        </p:nvPicPr>
        <p:blipFill rotWithShape="1">
          <a:blip r:embed="rId2"/>
          <a:srcRect r="52444" b="-1"/>
          <a:stretch/>
        </p:blipFill>
        <p:spPr>
          <a:xfrm>
            <a:off x="20" y="975"/>
            <a:ext cx="12191980" cy="6858000"/>
          </a:xfrm>
          <a:prstGeom prst="rect">
            <a:avLst/>
          </a:prstGeom>
        </p:spPr>
      </p:pic>
      <p:sp>
        <p:nvSpPr>
          <p:cNvPr id="2" name="Titel 1"/>
          <p:cNvSpPr>
            <a:spLocks noGrp="1"/>
          </p:cNvSpPr>
          <p:nvPr>
            <p:ph type="ctrTitle"/>
          </p:nvPr>
        </p:nvSpPr>
        <p:spPr>
          <a:xfrm>
            <a:off x="457200" y="4960137"/>
            <a:ext cx="7772400" cy="1463040"/>
          </a:xfrm>
          <a:solidFill>
            <a:schemeClr val="bg1">
              <a:lumMod val="95000"/>
            </a:schemeClr>
          </a:solidFill>
        </p:spPr>
        <p:txBody>
          <a:bodyPr rtlCol="0" anchor="ctr">
            <a:normAutofit/>
          </a:bodyPr>
          <a:lstStyle>
            <a:lvl1pPr algn="r">
              <a:defRPr sz="5000" spc="200" baseline="0"/>
            </a:lvl1pPr>
          </a:lstStyle>
          <a:p>
            <a:pPr rtl="0"/>
            <a:r>
              <a:rPr lang="de-DE" noProof="0" dirty="0"/>
              <a:t>Mastertitelformat bearbeiten</a:t>
            </a:r>
          </a:p>
        </p:txBody>
      </p:sp>
      <p:sp>
        <p:nvSpPr>
          <p:cNvPr id="3" name="Untertitel 2"/>
          <p:cNvSpPr>
            <a:spLocks noGrp="1"/>
          </p:cNvSpPr>
          <p:nvPr>
            <p:ph type="subTitle" idx="1"/>
          </p:nvPr>
        </p:nvSpPr>
        <p:spPr>
          <a:xfrm>
            <a:off x="8610600" y="4960137"/>
            <a:ext cx="3200400" cy="1463040"/>
          </a:xfrm>
          <a:solidFill>
            <a:schemeClr val="bg1">
              <a:lumMod val="95000"/>
            </a:schemeClr>
          </a:solidFill>
        </p:spPr>
        <p:txBody>
          <a:bodyPr lIns="91440" rIns="91440" rtlCol="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de-DE" noProof="0" dirty="0"/>
              <a:t>Master-Untertitelformat bearbeiten</a:t>
            </a:r>
          </a:p>
        </p:txBody>
      </p:sp>
      <p:sp>
        <p:nvSpPr>
          <p:cNvPr id="4" name="Datumsplatzhalter 3"/>
          <p:cNvSpPr>
            <a:spLocks noGrp="1"/>
          </p:cNvSpPr>
          <p:nvPr>
            <p:ph type="dt" sz="half" idx="10"/>
          </p:nvPr>
        </p:nvSpPr>
        <p:spPr/>
        <p:txBody>
          <a:bodyPr rtlCol="0"/>
          <a:lstStyle>
            <a:lvl1pPr algn="l">
              <a:defRPr/>
            </a:lvl1pPr>
          </a:lstStyle>
          <a:p>
            <a:pPr rtl="0"/>
            <a:fld id="{88FC6F8F-5002-4D94-A3C0-B6AB2DF62D27}" type="datetime1">
              <a:rPr lang="de-DE" noProof="0" smtClean="0"/>
              <a:t>03.05.2026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cxnSp>
        <p:nvCxnSpPr>
          <p:cNvPr id="8" name="Gerader Verbinde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de-DE" noProof="0"/>
              <a:t>Mastertitelformat bearbeiten</a:t>
            </a:r>
            <a:endParaRPr lang="de-DE" noProof="0" dirty="0"/>
          </a:p>
        </p:txBody>
      </p:sp>
      <p:sp>
        <p:nvSpPr>
          <p:cNvPr id="3" name="Inhaltsplatzhalter 2"/>
          <p:cNvSpPr>
            <a:spLocks noGrp="1"/>
          </p:cNvSpPr>
          <p:nvPr>
            <p:ph idx="1"/>
          </p:nvPr>
        </p:nvSpPr>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Datumsplatzhalter 3"/>
          <p:cNvSpPr>
            <a:spLocks noGrp="1"/>
          </p:cNvSpPr>
          <p:nvPr>
            <p:ph type="dt" sz="half" idx="10"/>
          </p:nvPr>
        </p:nvSpPr>
        <p:spPr/>
        <p:txBody>
          <a:bodyPr rtlCol="0"/>
          <a:lstStyle/>
          <a:p>
            <a:pPr rtl="0"/>
            <a:fld id="{AD11D247-BF25-4313-848F-0A6FFDC42CC3}" type="datetime1">
              <a:rPr lang="de-DE" noProof="0" smtClean="0"/>
              <a:t>03.05.2026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spTree>
      <p:nvGrpSpPr>
        <p:cNvPr id="1" name=""/>
        <p:cNvGrpSpPr/>
        <p:nvPr/>
      </p:nvGrpSpPr>
      <p:grpSpPr>
        <a:xfrm>
          <a:off x="0" y="0"/>
          <a:ext cx="0" cy="0"/>
          <a:chOff x="0" y="0"/>
          <a:chExt cx="0" cy="0"/>
        </a:xfrm>
      </p:grpSpPr>
      <p:sp>
        <p:nvSpPr>
          <p:cNvPr id="9" name="Rechteck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Ellipse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el 1"/>
          <p:cNvSpPr>
            <a:spLocks noGrp="1"/>
          </p:cNvSpPr>
          <p:nvPr>
            <p:ph type="title"/>
          </p:nvPr>
        </p:nvSpPr>
        <p:spPr>
          <a:xfrm>
            <a:off x="457200" y="4960137"/>
            <a:ext cx="7772400" cy="1463040"/>
          </a:xfrm>
        </p:spPr>
        <p:txBody>
          <a:bodyPr rtlCol="0" anchor="ctr">
            <a:normAutofit/>
          </a:bodyPr>
          <a:lstStyle>
            <a:lvl1pPr algn="r">
              <a:defRPr sz="5000" b="0" spc="200" baseline="0"/>
            </a:lvl1pPr>
          </a:lstStyle>
          <a:p>
            <a:pPr rtl="0"/>
            <a:r>
              <a:rPr lang="de-DE" noProof="0"/>
              <a:t>Mastertitelformat bearbeiten</a:t>
            </a:r>
            <a:endParaRPr lang="de-DE" noProof="0" dirty="0"/>
          </a:p>
        </p:txBody>
      </p:sp>
      <p:sp>
        <p:nvSpPr>
          <p:cNvPr id="3" name="Textplatzhalter 2"/>
          <p:cNvSpPr>
            <a:spLocks noGrp="1"/>
          </p:cNvSpPr>
          <p:nvPr>
            <p:ph type="body" idx="1"/>
          </p:nvPr>
        </p:nvSpPr>
        <p:spPr>
          <a:xfrm>
            <a:off x="8610600" y="4960137"/>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de-DE" noProof="0"/>
              <a:t>Mastertextformat bearbeiten</a:t>
            </a:r>
          </a:p>
        </p:txBody>
      </p:sp>
      <p:sp>
        <p:nvSpPr>
          <p:cNvPr id="4" name="Datumsplatzhalter 3"/>
          <p:cNvSpPr>
            <a:spLocks noGrp="1"/>
          </p:cNvSpPr>
          <p:nvPr>
            <p:ph type="dt" sz="half" idx="10"/>
          </p:nvPr>
        </p:nvSpPr>
        <p:spPr/>
        <p:txBody>
          <a:bodyPr rtlCol="0"/>
          <a:lstStyle/>
          <a:p>
            <a:pPr rtl="0"/>
            <a:fld id="{043CEAD4-1021-4B35-8BEC-0363D8DA6A57}" type="datetime1">
              <a:rPr lang="de-DE" noProof="0" smtClean="0"/>
              <a:t>03.05.2026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cxnSp>
        <p:nvCxnSpPr>
          <p:cNvPr id="8" name="Gerader Verbinde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1024126" y="585216"/>
            <a:ext cx="9720073" cy="736688"/>
          </a:xfrm>
        </p:spPr>
        <p:txBody>
          <a:bodyPr rtlCol="0"/>
          <a:lstStyle/>
          <a:p>
            <a:pPr rtl="0"/>
            <a:r>
              <a:rPr lang="de-DE" noProof="0"/>
              <a:t>Mastertitelformat bearbeiten</a:t>
            </a:r>
            <a:endParaRPr lang="de-DE" noProof="0" dirty="0"/>
          </a:p>
        </p:txBody>
      </p:sp>
      <p:sp>
        <p:nvSpPr>
          <p:cNvPr id="3" name="Inhaltsplatzhalter 2"/>
          <p:cNvSpPr>
            <a:spLocks noGrp="1"/>
          </p:cNvSpPr>
          <p:nvPr>
            <p:ph sz="half" idx="1"/>
          </p:nvPr>
        </p:nvSpPr>
        <p:spPr>
          <a:xfrm>
            <a:off x="1024127" y="1483248"/>
            <a:ext cx="4754880" cy="4826112"/>
          </a:xfrm>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Inhaltsplatzhalter 3"/>
          <p:cNvSpPr>
            <a:spLocks noGrp="1"/>
          </p:cNvSpPr>
          <p:nvPr>
            <p:ph sz="half" idx="2"/>
          </p:nvPr>
        </p:nvSpPr>
        <p:spPr>
          <a:xfrm>
            <a:off x="5989320" y="1483248"/>
            <a:ext cx="4754880" cy="4826112"/>
          </a:xfrm>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5" name="Datumsplatzhalter 4"/>
          <p:cNvSpPr>
            <a:spLocks noGrp="1"/>
          </p:cNvSpPr>
          <p:nvPr>
            <p:ph type="dt" sz="half" idx="10"/>
          </p:nvPr>
        </p:nvSpPr>
        <p:spPr/>
        <p:txBody>
          <a:bodyPr rtlCol="0"/>
          <a:lstStyle/>
          <a:p>
            <a:pPr rtl="0"/>
            <a:fld id="{BE0DE884-BDB3-4445-9C7C-427638C7C80D}" type="datetime1">
              <a:rPr lang="de-DE" noProof="0" smtClean="0"/>
              <a:t>03.05.2026</a:t>
            </a:fld>
            <a:endParaRPr lang="de-DE" noProof="0" dirty="0"/>
          </a:p>
        </p:txBody>
      </p:sp>
      <p:sp>
        <p:nvSpPr>
          <p:cNvPr id="6" name="Fußzeilenplatzhalter 5"/>
          <p:cNvSpPr>
            <a:spLocks noGrp="1"/>
          </p:cNvSpPr>
          <p:nvPr>
            <p:ph type="ftr" sz="quarter" idx="11"/>
          </p:nvPr>
        </p:nvSpPr>
        <p:spPr/>
        <p:txBody>
          <a:bodyPr rtlCol="0"/>
          <a:lstStyle/>
          <a:p>
            <a:pPr rtl="0"/>
            <a:endParaRPr lang="de-DE" noProof="0" dirty="0"/>
          </a:p>
        </p:txBody>
      </p:sp>
      <p:sp>
        <p:nvSpPr>
          <p:cNvPr id="7" name="Foliennummernplatzhalter 6"/>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0" name="Titel 9"/>
          <p:cNvSpPr>
            <a:spLocks noGrp="1"/>
          </p:cNvSpPr>
          <p:nvPr>
            <p:ph type="title"/>
          </p:nvPr>
        </p:nvSpPr>
        <p:spPr/>
        <p:txBody>
          <a:bodyPr rtlCol="0"/>
          <a:lstStyle/>
          <a:p>
            <a:pPr rtl="0"/>
            <a:r>
              <a:rPr lang="de-DE" noProof="0"/>
              <a:t>Mastertitelformat bearbeiten</a:t>
            </a:r>
            <a:endParaRPr lang="de-DE" noProof="0" dirty="0"/>
          </a:p>
        </p:txBody>
      </p:sp>
      <p:sp>
        <p:nvSpPr>
          <p:cNvPr id="3" name="Textplatzhalter 2"/>
          <p:cNvSpPr>
            <a:spLocks noGrp="1"/>
          </p:cNvSpPr>
          <p:nvPr>
            <p:ph type="body" idx="1"/>
          </p:nvPr>
        </p:nvSpPr>
        <p:spPr>
          <a:xfrm>
            <a:off x="1024128" y="1676516"/>
            <a:ext cx="4754880" cy="822960"/>
          </a:xfrm>
        </p:spPr>
        <p:txBody>
          <a:bodyPr lIns="137160" rIns="137160" rtlCol="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Mastertextformat bearbeiten</a:t>
            </a:r>
          </a:p>
        </p:txBody>
      </p:sp>
      <p:sp>
        <p:nvSpPr>
          <p:cNvPr id="4" name="Inhaltsplatzhalter 3"/>
          <p:cNvSpPr>
            <a:spLocks noGrp="1"/>
          </p:cNvSpPr>
          <p:nvPr>
            <p:ph sz="half" idx="2"/>
          </p:nvPr>
        </p:nvSpPr>
        <p:spPr>
          <a:xfrm>
            <a:off x="1024128" y="2660820"/>
            <a:ext cx="4754880" cy="3648540"/>
          </a:xfrm>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5" name="Textplatzhalter 4"/>
          <p:cNvSpPr>
            <a:spLocks noGrp="1"/>
          </p:cNvSpPr>
          <p:nvPr>
            <p:ph type="body" sz="quarter" idx="3"/>
          </p:nvPr>
        </p:nvSpPr>
        <p:spPr>
          <a:xfrm>
            <a:off x="5990888" y="1676516"/>
            <a:ext cx="4754880" cy="822960"/>
          </a:xfrm>
        </p:spPr>
        <p:txBody>
          <a:bodyPr lIns="137160" rIns="137160" rtlCol="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de-DE" noProof="0"/>
              <a:t>Mastertextformat bearbeiten</a:t>
            </a:r>
          </a:p>
        </p:txBody>
      </p:sp>
      <p:sp>
        <p:nvSpPr>
          <p:cNvPr id="6" name="Inhaltsplatzhalter 5"/>
          <p:cNvSpPr>
            <a:spLocks noGrp="1"/>
          </p:cNvSpPr>
          <p:nvPr>
            <p:ph sz="quarter" idx="4"/>
          </p:nvPr>
        </p:nvSpPr>
        <p:spPr>
          <a:xfrm>
            <a:off x="5990888" y="2660820"/>
            <a:ext cx="4754880" cy="3648540"/>
          </a:xfrm>
        </p:spPr>
        <p:txBody>
          <a:bodyPr rtlCol="0"/>
          <a:lstStyle/>
          <a:p>
            <a:pPr lvl="0" rtl="0"/>
            <a:r>
              <a:rPr lang="de-DE" noProof="0" dirty="0"/>
              <a:t>Mastertextformat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7" name="Datumsplatzhalter 6"/>
          <p:cNvSpPr>
            <a:spLocks noGrp="1"/>
          </p:cNvSpPr>
          <p:nvPr>
            <p:ph type="dt" sz="half" idx="10"/>
          </p:nvPr>
        </p:nvSpPr>
        <p:spPr/>
        <p:txBody>
          <a:bodyPr rtlCol="0"/>
          <a:lstStyle/>
          <a:p>
            <a:pPr rtl="0"/>
            <a:fld id="{24235473-FEB4-4673-9FA8-147CB48494B0}" type="datetime1">
              <a:rPr lang="de-DE" noProof="0" smtClean="0"/>
              <a:t>03.05.2026</a:t>
            </a:fld>
            <a:endParaRPr lang="de-DE" noProof="0" dirty="0"/>
          </a:p>
        </p:txBody>
      </p:sp>
      <p:sp>
        <p:nvSpPr>
          <p:cNvPr id="8" name="Fußzeilenplatzhalter 7"/>
          <p:cNvSpPr>
            <a:spLocks noGrp="1"/>
          </p:cNvSpPr>
          <p:nvPr>
            <p:ph type="ftr" sz="quarter" idx="11"/>
          </p:nvPr>
        </p:nvSpPr>
        <p:spPr/>
        <p:txBody>
          <a:bodyPr rtlCol="0"/>
          <a:lstStyle/>
          <a:p>
            <a:pPr rtl="0"/>
            <a:endParaRPr lang="de-DE" noProof="0" dirty="0"/>
          </a:p>
        </p:txBody>
      </p:sp>
      <p:sp>
        <p:nvSpPr>
          <p:cNvPr id="9" name="Foliennummernplatzhalter 8"/>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de-DE" noProof="0"/>
              <a:t>Mastertitelformat bearbeiten</a:t>
            </a:r>
            <a:endParaRPr lang="de-DE" noProof="0" dirty="0"/>
          </a:p>
        </p:txBody>
      </p:sp>
      <p:sp>
        <p:nvSpPr>
          <p:cNvPr id="3" name="Datumsplatzhalter 2"/>
          <p:cNvSpPr>
            <a:spLocks noGrp="1"/>
          </p:cNvSpPr>
          <p:nvPr>
            <p:ph type="dt" sz="half" idx="10"/>
          </p:nvPr>
        </p:nvSpPr>
        <p:spPr/>
        <p:txBody>
          <a:bodyPr rtlCol="0"/>
          <a:lstStyle/>
          <a:p>
            <a:pPr rtl="0"/>
            <a:fld id="{DB72DBD2-9956-48DD-B433-972316F0D390}" type="datetime1">
              <a:rPr lang="de-DE" noProof="0" smtClean="0"/>
              <a:t>03.05.2026</a:t>
            </a:fld>
            <a:endParaRPr lang="de-DE" noProof="0" dirty="0"/>
          </a:p>
        </p:txBody>
      </p:sp>
      <p:sp>
        <p:nvSpPr>
          <p:cNvPr id="4" name="Fußzeilenplatzhalter 3"/>
          <p:cNvSpPr>
            <a:spLocks noGrp="1"/>
          </p:cNvSpPr>
          <p:nvPr>
            <p:ph type="ftr" sz="quarter" idx="11"/>
          </p:nvPr>
        </p:nvSpPr>
        <p:spPr/>
        <p:txBody>
          <a:bodyPr rtlCol="0"/>
          <a:lstStyle/>
          <a:p>
            <a:pPr rtl="0"/>
            <a:endParaRPr lang="de-DE" noProof="0" dirty="0"/>
          </a:p>
        </p:txBody>
      </p:sp>
      <p:sp>
        <p:nvSpPr>
          <p:cNvPr id="5" name="Foliennummernplatzhalter 4"/>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rtlCol="0"/>
          <a:lstStyle/>
          <a:p>
            <a:pPr rtl="0"/>
            <a:fld id="{7E7600A1-B4CA-4F63-8D09-F7DBA6E64CEA}" type="datetime1">
              <a:rPr lang="de-DE" noProof="0" smtClean="0"/>
              <a:t>03.05.2026</a:t>
            </a:fld>
            <a:endParaRPr lang="de-DE" noProof="0" dirty="0"/>
          </a:p>
        </p:txBody>
      </p:sp>
      <p:sp>
        <p:nvSpPr>
          <p:cNvPr id="3" name="Fußzeilenplatzhalter 2"/>
          <p:cNvSpPr>
            <a:spLocks noGrp="1"/>
          </p:cNvSpPr>
          <p:nvPr>
            <p:ph type="ftr" sz="quarter" idx="11"/>
          </p:nvPr>
        </p:nvSpPr>
        <p:spPr/>
        <p:txBody>
          <a:bodyPr rtlCol="0"/>
          <a:lstStyle/>
          <a:p>
            <a:pPr rtl="0"/>
            <a:endParaRPr lang="de-DE" noProof="0" dirty="0"/>
          </a:p>
        </p:txBody>
      </p:sp>
      <p:sp>
        <p:nvSpPr>
          <p:cNvPr id="4" name="Foliennummernplatzhalter 3"/>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8" name="Titel 7"/>
          <p:cNvSpPr>
            <a:spLocks noGrp="1"/>
          </p:cNvSpPr>
          <p:nvPr>
            <p:ph type="title"/>
          </p:nvPr>
        </p:nvSpPr>
        <p:spPr>
          <a:xfrm>
            <a:off x="1024128" y="471509"/>
            <a:ext cx="4389120" cy="1737360"/>
          </a:xfrm>
        </p:spPr>
        <p:txBody>
          <a:bodyPr rtlCol="0">
            <a:noAutofit/>
          </a:bodyPr>
          <a:lstStyle>
            <a:lvl1pPr>
              <a:lnSpc>
                <a:spcPct val="80000"/>
              </a:lnSpc>
              <a:defRPr sz="4000"/>
            </a:lvl1pPr>
          </a:lstStyle>
          <a:p>
            <a:pPr rtl="0"/>
            <a:r>
              <a:rPr lang="de-DE" noProof="0"/>
              <a:t>Mastertitelformat bearbeiten</a:t>
            </a:r>
            <a:endParaRPr lang="de-DE" noProof="0" dirty="0"/>
          </a:p>
        </p:txBody>
      </p:sp>
      <p:sp>
        <p:nvSpPr>
          <p:cNvPr id="3" name="Inhaltsplatzhalter 2"/>
          <p:cNvSpPr>
            <a:spLocks noGrp="1"/>
          </p:cNvSpPr>
          <p:nvPr>
            <p:ph idx="1"/>
          </p:nvPr>
        </p:nvSpPr>
        <p:spPr>
          <a:xfrm>
            <a:off x="5715000" y="822960"/>
            <a:ext cx="5678424" cy="5184648"/>
          </a:xfrm>
        </p:spPr>
        <p:txBody>
          <a:bodyPr rtlCol="0"/>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Textplatzhalter 3"/>
          <p:cNvSpPr>
            <a:spLocks noGrp="1"/>
          </p:cNvSpPr>
          <p:nvPr>
            <p:ph type="body" sz="half" idx="2"/>
          </p:nvPr>
        </p:nvSpPr>
        <p:spPr>
          <a:xfrm>
            <a:off x="1024128" y="2257506"/>
            <a:ext cx="4389120" cy="3762294"/>
          </a:xfrm>
        </p:spPr>
        <p:txBody>
          <a:bodyPr lIns="91440" rIns="91440" rtlCol="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de-DE" noProof="0"/>
              <a:t>Mastertextformat bearbeiten</a:t>
            </a:r>
          </a:p>
        </p:txBody>
      </p:sp>
      <p:sp>
        <p:nvSpPr>
          <p:cNvPr id="5" name="Datumsplatzhalter 4"/>
          <p:cNvSpPr>
            <a:spLocks noGrp="1"/>
          </p:cNvSpPr>
          <p:nvPr>
            <p:ph type="dt" sz="half" idx="10"/>
          </p:nvPr>
        </p:nvSpPr>
        <p:spPr/>
        <p:txBody>
          <a:bodyPr rtlCol="0"/>
          <a:lstStyle/>
          <a:p>
            <a:pPr rtl="0"/>
            <a:fld id="{E723E022-A1A1-4E4C-B902-14F8D62BE84E}" type="datetime1">
              <a:rPr lang="de-DE" noProof="0" smtClean="0"/>
              <a:t>03.05.2026</a:t>
            </a:fld>
            <a:endParaRPr lang="de-DE" noProof="0" dirty="0"/>
          </a:p>
        </p:txBody>
      </p:sp>
      <p:sp>
        <p:nvSpPr>
          <p:cNvPr id="6" name="Fußzeilenplatzhalter 5"/>
          <p:cNvSpPr>
            <a:spLocks noGrp="1"/>
          </p:cNvSpPr>
          <p:nvPr>
            <p:ph type="ftr" sz="quarter" idx="11"/>
          </p:nvPr>
        </p:nvSpPr>
        <p:spPr/>
        <p:txBody>
          <a:bodyPr rtlCol="0"/>
          <a:lstStyle/>
          <a:p>
            <a:pPr rtl="0"/>
            <a:endParaRPr lang="de-DE" noProof="0" dirty="0"/>
          </a:p>
        </p:txBody>
      </p:sp>
      <p:sp>
        <p:nvSpPr>
          <p:cNvPr id="7" name="Foliennummernplatzhalter 6"/>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57200" y="4960138"/>
            <a:ext cx="7772400" cy="1463040"/>
          </a:xfrm>
        </p:spPr>
        <p:txBody>
          <a:bodyPr rtlCol="0" anchor="ctr">
            <a:normAutofit/>
          </a:bodyPr>
          <a:lstStyle>
            <a:lvl1pPr algn="r">
              <a:defRPr sz="5000" spc="200" baseline="0"/>
            </a:lvl1pPr>
          </a:lstStyle>
          <a:p>
            <a:pPr rtl="0"/>
            <a:r>
              <a:rPr lang="de-DE" noProof="0"/>
              <a:t>Mastertitelformat bearbeiten</a:t>
            </a:r>
            <a:endParaRPr lang="de-DE" noProof="0" dirty="0"/>
          </a:p>
        </p:txBody>
      </p:sp>
      <p:sp>
        <p:nvSpPr>
          <p:cNvPr id="3" name="Bildplatzhalt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de-DE" noProof="0"/>
              <a:t>Bild durch Klicken auf Symbol hinzufügen</a:t>
            </a:r>
            <a:endParaRPr lang="de-DE" noProof="0" dirty="0"/>
          </a:p>
        </p:txBody>
      </p:sp>
      <p:sp>
        <p:nvSpPr>
          <p:cNvPr id="4" name="Textplatzhalter 3"/>
          <p:cNvSpPr>
            <a:spLocks noGrp="1"/>
          </p:cNvSpPr>
          <p:nvPr>
            <p:ph type="body" sz="half" idx="2"/>
          </p:nvPr>
        </p:nvSpPr>
        <p:spPr>
          <a:xfrm>
            <a:off x="8610600" y="4960138"/>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Mastertextformat bearbeiten</a:t>
            </a:r>
          </a:p>
        </p:txBody>
      </p:sp>
      <p:sp>
        <p:nvSpPr>
          <p:cNvPr id="5" name="Datumsplatzhalter 4"/>
          <p:cNvSpPr>
            <a:spLocks noGrp="1"/>
          </p:cNvSpPr>
          <p:nvPr>
            <p:ph type="dt" sz="half" idx="10"/>
          </p:nvPr>
        </p:nvSpPr>
        <p:spPr/>
        <p:txBody>
          <a:bodyPr rtlCol="0"/>
          <a:lstStyle/>
          <a:p>
            <a:pPr rtl="0"/>
            <a:fld id="{01FB6D58-F84C-4882-B265-0A468AAE9816}" type="datetime1">
              <a:rPr lang="de-DE" noProof="0" smtClean="0"/>
              <a:t>03.05.2026</a:t>
            </a:fld>
            <a:endParaRPr lang="de-DE" noProof="0" dirty="0"/>
          </a:p>
        </p:txBody>
      </p:sp>
      <p:sp>
        <p:nvSpPr>
          <p:cNvPr id="6" name="Fußzeilenplatzhalter 5"/>
          <p:cNvSpPr>
            <a:spLocks noGrp="1"/>
          </p:cNvSpPr>
          <p:nvPr>
            <p:ph type="ftr" sz="quarter" idx="11"/>
          </p:nvPr>
        </p:nvSpPr>
        <p:spPr/>
        <p:txBody>
          <a:bodyPr rtlCol="0"/>
          <a:lstStyle/>
          <a:p>
            <a:pPr rtl="0"/>
            <a:endParaRPr lang="de-DE" noProof="0" dirty="0"/>
          </a:p>
        </p:txBody>
      </p:sp>
      <p:sp>
        <p:nvSpPr>
          <p:cNvPr id="7" name="Foliennummernplatzhalter 6"/>
          <p:cNvSpPr>
            <a:spLocks noGrp="1"/>
          </p:cNvSpPr>
          <p:nvPr>
            <p:ph type="sldNum" sz="quarter" idx="12"/>
          </p:nvPr>
        </p:nvSpPr>
        <p:spPr/>
        <p:txBody>
          <a:bodyPr rtlCol="0"/>
          <a:lstStyle/>
          <a:p>
            <a:pPr rtl="0"/>
            <a:fld id="{867E5644-1E61-4311-A31E-84CB9C7AA8A9}" type="slidenum">
              <a:rPr lang="de-DE" noProof="0" smtClean="0"/>
              <a:t>‹#›</a:t>
            </a:fld>
            <a:endParaRPr lang="de-DE" noProof="0" dirty="0"/>
          </a:p>
        </p:txBody>
      </p:sp>
      <p:cxnSp>
        <p:nvCxnSpPr>
          <p:cNvPr id="8" name="Gerader Verbinde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de-DE" noProof="0"/>
              <a:t>Mastertitelformat bearbeiten</a:t>
            </a:r>
            <a:endParaRPr lang="de-DE" noProof="0" dirty="0"/>
          </a:p>
        </p:txBody>
      </p:sp>
      <p:sp>
        <p:nvSpPr>
          <p:cNvPr id="3" name="Vertikaler Textplatzhalter 2"/>
          <p:cNvSpPr>
            <a:spLocks noGrp="1"/>
          </p:cNvSpPr>
          <p:nvPr>
            <p:ph type="body" orient="vert" idx="1"/>
          </p:nvPr>
        </p:nvSpPr>
        <p:spPr/>
        <p:txBody>
          <a:bodyPr vert="eaVert"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Datumsplatzhalter 3"/>
          <p:cNvSpPr>
            <a:spLocks noGrp="1"/>
          </p:cNvSpPr>
          <p:nvPr>
            <p:ph type="dt" sz="half" idx="10"/>
          </p:nvPr>
        </p:nvSpPr>
        <p:spPr/>
        <p:txBody>
          <a:bodyPr rtlCol="0"/>
          <a:lstStyle/>
          <a:p>
            <a:pPr rtl="0"/>
            <a:fld id="{8FFF26CF-3A7C-4631-A8BF-38458B0B5AD3}" type="datetime1">
              <a:rPr lang="de-DE" noProof="0" smtClean="0"/>
              <a:t>03.05.2026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1" y="762000"/>
            <a:ext cx="2628900" cy="5410200"/>
          </a:xfrm>
        </p:spPr>
        <p:txBody>
          <a:bodyPr vert="eaVert" lIns="45720" tIns="91440" rIns="45720" bIns="91440" rtlCol="0"/>
          <a:lstStyle/>
          <a:p>
            <a:pPr rtl="0"/>
            <a:r>
              <a:rPr lang="de-DE" noProof="0"/>
              <a:t>Mastertitelformat bearbeiten</a:t>
            </a:r>
            <a:endParaRPr lang="de-DE" noProof="0" dirty="0"/>
          </a:p>
        </p:txBody>
      </p:sp>
      <p:sp>
        <p:nvSpPr>
          <p:cNvPr id="3" name="Vertikaler Textplatzhalter 2"/>
          <p:cNvSpPr>
            <a:spLocks noGrp="1"/>
          </p:cNvSpPr>
          <p:nvPr>
            <p:ph type="body" orient="vert" idx="1"/>
          </p:nvPr>
        </p:nvSpPr>
        <p:spPr>
          <a:xfrm>
            <a:off x="990601" y="762000"/>
            <a:ext cx="7581900" cy="5410200"/>
          </a:xfrm>
        </p:spPr>
        <p:txBody>
          <a:bodyPr vert="eaVert"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Datumsplatzhalter 3"/>
          <p:cNvSpPr>
            <a:spLocks noGrp="1"/>
          </p:cNvSpPr>
          <p:nvPr>
            <p:ph type="dt" sz="half" idx="10"/>
          </p:nvPr>
        </p:nvSpPr>
        <p:spPr/>
        <p:txBody>
          <a:bodyPr rtlCol="0"/>
          <a:lstStyle/>
          <a:p>
            <a:pPr rtl="0"/>
            <a:fld id="{5656F5FC-E12D-4883-A900-D8F749C16886}" type="datetime1">
              <a:rPr lang="de-DE" noProof="0" smtClean="0"/>
              <a:t>03.05.2026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cxnSp>
        <p:nvCxnSpPr>
          <p:cNvPr id="7" name="Gerader Verbinde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024128" y="548639"/>
            <a:ext cx="9720072" cy="738985"/>
          </a:xfrm>
          <a:prstGeom prst="rect">
            <a:avLst/>
          </a:prstGeom>
        </p:spPr>
        <p:txBody>
          <a:bodyPr vert="horz" lIns="91440" tIns="45720" rIns="91440" bIns="45720" rtlCol="0" anchor="b">
            <a:normAutofit/>
          </a:bodyPr>
          <a:lstStyle/>
          <a:p>
            <a:pPr rtl="0"/>
            <a:r>
              <a:rPr lang="de-DE" noProof="0" dirty="0"/>
              <a:t>Titelmasterformat durch Klicken</a:t>
            </a:r>
          </a:p>
        </p:txBody>
      </p:sp>
      <p:sp>
        <p:nvSpPr>
          <p:cNvPr id="3" name="Textplatzhalter 2"/>
          <p:cNvSpPr>
            <a:spLocks noGrp="1"/>
          </p:cNvSpPr>
          <p:nvPr>
            <p:ph type="body" idx="1"/>
          </p:nvPr>
        </p:nvSpPr>
        <p:spPr>
          <a:xfrm>
            <a:off x="1024128" y="1464906"/>
            <a:ext cx="9720073" cy="4844454"/>
          </a:xfrm>
          <a:prstGeom prst="rect">
            <a:avLst/>
          </a:prstGeom>
        </p:spPr>
        <p:txBody>
          <a:bodyPr vert="horz" lIns="45720" tIns="45720" rIns="45720" bIns="45720" rtlCol="0">
            <a:normAutofit/>
          </a:bodyPr>
          <a:lstStyle/>
          <a:p>
            <a:pPr lvl="0" rtl="0"/>
            <a:r>
              <a:rPr lang="de-DE" noProof="0" dirty="0"/>
              <a:t>Textmasterformate durch Klicken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4" name="Datumsplatzhalt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9E3617B5-9D3A-4290-B029-5215CF6190BB}" type="datetime1">
              <a:rPr lang="de-DE" noProof="0" smtClean="0"/>
              <a:t>03.05.2026</a:t>
            </a:fld>
            <a:endParaRPr lang="de-DE" noProof="0" dirty="0"/>
          </a:p>
        </p:txBody>
      </p:sp>
      <p:sp>
        <p:nvSpPr>
          <p:cNvPr id="5" name="Fußzeilenplatzhalt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rtl="0"/>
            <a:endParaRPr lang="de-DE" noProof="0" dirty="0"/>
          </a:p>
        </p:txBody>
      </p:sp>
      <p:sp>
        <p:nvSpPr>
          <p:cNvPr id="6" name="Foliennummernplatzhalt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4FAB73BC-B049-4115-A692-8D63A059BFB8}" type="slidenum">
              <a:rPr lang="de-DE" noProof="0" smtClean="0"/>
              <a:pPr rtl="0"/>
              <a:t>‹#›</a:t>
            </a:fld>
            <a:endParaRPr lang="de-DE" noProof="0" dirty="0"/>
          </a:p>
        </p:txBody>
      </p:sp>
      <p:cxnSp>
        <p:nvCxnSpPr>
          <p:cNvPr id="7" name="Gerader Verbinder 6"/>
          <p:cNvCxnSpPr>
            <a:cxnSpLocks/>
          </p:cNvCxnSpPr>
          <p:nvPr userDrawn="1"/>
        </p:nvCxnSpPr>
        <p:spPr>
          <a:xfrm>
            <a:off x="1023713" y="1322338"/>
            <a:ext cx="972048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5" name="Grafik 14">
            <a:extLst>
              <a:ext uri="{FF2B5EF4-FFF2-40B4-BE49-F238E27FC236}">
                <a16:creationId xmlns:a16="http://schemas.microsoft.com/office/drawing/2014/main" id="{590872C4-2460-DED9-52A4-0A1F021F884C}"/>
              </a:ext>
            </a:extLst>
          </p:cNvPr>
          <p:cNvPicPr>
            <a:picLocks noChangeAspect="1"/>
          </p:cNvPicPr>
          <p:nvPr userDrawn="1"/>
        </p:nvPicPr>
        <p:blipFill>
          <a:blip r:embed="rId13"/>
          <a:srcRect l="34087" t="21348" r="33770" b="39398"/>
          <a:stretch>
            <a:fillRect/>
          </a:stretch>
        </p:blipFill>
        <p:spPr>
          <a:xfrm>
            <a:off x="9897533" y="635909"/>
            <a:ext cx="846667" cy="56444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10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10.jpeg"/><Relationship Id="rId5" Type="http://schemas.openxmlformats.org/officeDocument/2006/relationships/diagramQuickStyle" Target="../diagrams/quickStyle2.xml"/><Relationship Id="rId10" Type="http://schemas.microsoft.com/office/2007/relationships/hdphoto" Target="../media/hdphoto1.wdp"/><Relationship Id="rId4" Type="http://schemas.openxmlformats.org/officeDocument/2006/relationships/diagramLayout" Target="../diagrams/layout2.xml"/><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Layout" Target="../diagrams/layout3.xml"/><Relationship Id="rId7" Type="http://schemas.openxmlformats.org/officeDocument/2006/relationships/image" Target="../media/image11.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4.xml"/><Relationship Id="rId7" Type="http://schemas.openxmlformats.org/officeDocument/2006/relationships/image" Target="../media/image1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hteck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pic>
        <p:nvPicPr>
          <p:cNvPr id="5" name="Bild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hteck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de-DE" dirty="0"/>
          </a:p>
        </p:txBody>
      </p:sp>
      <p:sp>
        <p:nvSpPr>
          <p:cNvPr id="2" name="Titel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rtlCol="0" anchor="ctr">
            <a:normAutofit/>
          </a:bodyPr>
          <a:lstStyle/>
          <a:p>
            <a:pPr algn="l"/>
            <a:r>
              <a:rPr lang="en-GB" dirty="0" err="1">
                <a:solidFill>
                  <a:schemeClr val="tx1"/>
                </a:solidFill>
              </a:rPr>
              <a:t>Cine</a:t>
            </a:r>
            <a:r>
              <a:rPr lang="en-GB" dirty="0" err="1">
                <a:solidFill>
                  <a:schemeClr val="accent1"/>
                </a:solidFill>
              </a:rPr>
              <a:t>matcH</a:t>
            </a:r>
            <a:r>
              <a:rPr lang="en-GB" dirty="0">
                <a:solidFill>
                  <a:schemeClr val="tx1"/>
                </a:solidFill>
              </a:rPr>
              <a:t> </a:t>
            </a:r>
            <a:endParaRPr lang="de-DE" dirty="0">
              <a:solidFill>
                <a:schemeClr val="tx1"/>
              </a:solidFill>
            </a:endParaRPr>
          </a:p>
        </p:txBody>
      </p:sp>
      <p:sp>
        <p:nvSpPr>
          <p:cNvPr id="3" name="Untertitel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2"/>
            <a:ext cx="7501650" cy="615641"/>
          </a:xfrm>
        </p:spPr>
        <p:txBody>
          <a:bodyPr rtlCol="0" anchor="t">
            <a:normAutofit lnSpcReduction="10000"/>
          </a:bodyPr>
          <a:lstStyle/>
          <a:p>
            <a:r>
              <a:rPr lang="en-GB" dirty="0">
                <a:solidFill>
                  <a:schemeClr val="tx1"/>
                </a:solidFill>
              </a:rPr>
              <a:t>Graph Neural Networks for movie recommendations – Group 3</a:t>
            </a:r>
            <a:br>
              <a:rPr lang="en-GB" dirty="0">
                <a:solidFill>
                  <a:schemeClr val="tx1"/>
                </a:solidFill>
              </a:rPr>
            </a:br>
            <a:r>
              <a:rPr lang="en-GB" dirty="0">
                <a:solidFill>
                  <a:schemeClr val="accent1"/>
                </a:solidFill>
              </a:rPr>
              <a:t>Pedro Stark, Rino Albertin, Hemanthi Naidu Paidi, Joël Tauss</a:t>
            </a:r>
          </a:p>
          <a:p>
            <a:pPr rtl="0"/>
            <a:endParaRPr lang="de-DE" dirty="0">
              <a:solidFill>
                <a:schemeClr val="tx1"/>
              </a:solidFill>
            </a:endParaRPr>
          </a:p>
        </p:txBody>
      </p:sp>
      <p:cxnSp>
        <p:nvCxnSpPr>
          <p:cNvPr id="23" name="Gerader Verbinde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6" name="Grafik 5">
            <a:extLst>
              <a:ext uri="{FF2B5EF4-FFF2-40B4-BE49-F238E27FC236}">
                <a16:creationId xmlns:a16="http://schemas.microsoft.com/office/drawing/2014/main" id="{A591923A-C980-F9B9-2CF5-73D7A5E607DA}"/>
              </a:ext>
            </a:extLst>
          </p:cNvPr>
          <p:cNvPicPr>
            <a:picLocks noChangeAspect="1"/>
          </p:cNvPicPr>
          <p:nvPr/>
        </p:nvPicPr>
        <p:blipFill>
          <a:blip r:embed="rId4">
            <a:clrChange>
              <a:clrFrom>
                <a:srgbClr val="FFFFFF"/>
              </a:clrFrom>
              <a:clrTo>
                <a:srgbClr val="FFFFFF">
                  <a:alpha val="0"/>
                </a:srgbClr>
              </a:clrTo>
            </a:clrChange>
          </a:blip>
          <a:srcRect l="31942" t="22552" r="33266" b="38892"/>
          <a:stretch>
            <a:fillRect/>
          </a:stretch>
        </p:blipFill>
        <p:spPr>
          <a:xfrm>
            <a:off x="6913924" y="3617494"/>
            <a:ext cx="1225106" cy="741146"/>
          </a:xfrm>
          <a:prstGeom prst="rect">
            <a:avLst/>
          </a:prstGeom>
        </p:spPr>
      </p:pic>
    </p:spTree>
    <p:extLst>
      <p:ext uri="{BB962C8B-B14F-4D97-AF65-F5344CB8AC3E}">
        <p14:creationId xmlns:p14="http://schemas.microsoft.com/office/powerpoint/2010/main" val="2806257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4919D0-F177-4BBA-9A0B-DBA69E2ED764}"/>
              </a:ext>
            </a:extLst>
          </p:cNvPr>
          <p:cNvSpPr>
            <a:spLocks noGrp="1"/>
          </p:cNvSpPr>
          <p:nvPr>
            <p:ph type="title"/>
          </p:nvPr>
        </p:nvSpPr>
        <p:spPr>
          <a:xfrm>
            <a:off x="1024128" y="585216"/>
            <a:ext cx="9720072" cy="1499616"/>
          </a:xfrm>
        </p:spPr>
        <p:txBody>
          <a:bodyPr rtlCol="0">
            <a:normAutofit/>
          </a:bodyPr>
          <a:lstStyle/>
          <a:p>
            <a:r>
              <a:rPr lang="de-DE" dirty="0"/>
              <a:t>Titel Lorem Ipsum Dolor</a:t>
            </a:r>
          </a:p>
        </p:txBody>
      </p:sp>
      <p:graphicFrame>
        <p:nvGraphicFramePr>
          <p:cNvPr id="5" name="Inhaltsplatzhalter 2" descr="SmartArt-Grafikplatzhalter">
            <a:extLst>
              <a:ext uri="{FF2B5EF4-FFF2-40B4-BE49-F238E27FC236}">
                <a16:creationId xmlns:a16="http://schemas.microsoft.com/office/drawing/2014/main" id="{91DB1382-7276-49FA-9632-38D558F457E3}"/>
              </a:ext>
            </a:extLst>
          </p:cNvPr>
          <p:cNvGraphicFramePr>
            <a:graphicFrameLocks noGrp="1"/>
          </p:cNvGraphicFramePr>
          <p:nvPr>
            <p:ph idx="1"/>
            <p:extLst>
              <p:ext uri="{D42A27DB-BD31-4B8C-83A1-F6EECF244321}">
                <p14:modId xmlns:p14="http://schemas.microsoft.com/office/powerpoint/2010/main" val="1905529591"/>
              </p:ext>
            </p:extLst>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174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2C793578-FC2B-A463-026F-FBC9DEC22B9E}"/>
              </a:ext>
            </a:extLst>
          </p:cNvPr>
          <p:cNvSpPr>
            <a:spLocks noGrp="1"/>
          </p:cNvSpPr>
          <p:nvPr>
            <p:ph type="title"/>
          </p:nvPr>
        </p:nvSpPr>
        <p:spPr/>
        <p:txBody>
          <a:bodyPr>
            <a:normAutofit fontScale="90000"/>
          </a:bodyPr>
          <a:lstStyle/>
          <a:p>
            <a:r>
              <a:rPr lang="en-GB" dirty="0"/>
              <a:t>Overview </a:t>
            </a:r>
            <a:r>
              <a:rPr lang="en-GB" dirty="0">
                <a:solidFill>
                  <a:srgbClr val="FF0000"/>
                </a:solidFill>
              </a:rPr>
              <a:t>Rephrase ... bullet points</a:t>
            </a:r>
            <a:endParaRPr lang="de-DE" dirty="0"/>
          </a:p>
        </p:txBody>
      </p:sp>
      <p:sp>
        <p:nvSpPr>
          <p:cNvPr id="8" name="Inhaltsplatzhalter 7">
            <a:extLst>
              <a:ext uri="{FF2B5EF4-FFF2-40B4-BE49-F238E27FC236}">
                <a16:creationId xmlns:a16="http://schemas.microsoft.com/office/drawing/2014/main" id="{E282A6B9-0179-30B7-7A0A-3C0BDBF90F7C}"/>
              </a:ext>
            </a:extLst>
          </p:cNvPr>
          <p:cNvSpPr>
            <a:spLocks noGrp="1"/>
          </p:cNvSpPr>
          <p:nvPr>
            <p:ph sz="half" idx="1"/>
          </p:nvPr>
        </p:nvSpPr>
        <p:spPr/>
        <p:txBody>
          <a:bodyPr/>
          <a:lstStyle/>
          <a:p>
            <a:r>
              <a:rPr lang="en-GB" dirty="0"/>
              <a:t>Goal:</a:t>
            </a:r>
            <a:br>
              <a:rPr lang="en-GB" dirty="0"/>
            </a:br>
            <a:endParaRPr lang="en-GB" dirty="0"/>
          </a:p>
          <a:p>
            <a:pPr lvl="1"/>
            <a:r>
              <a:rPr lang="en-GB" dirty="0"/>
              <a:t>With all the options available, finding movies someone might enjoy watching, can be difficult. Or perhaps the suggestions from streaming services, based on their libraries are not quite what someone is looking for.</a:t>
            </a:r>
            <a:br>
              <a:rPr lang="en-GB" dirty="0"/>
            </a:br>
            <a:endParaRPr lang="en-GB" dirty="0"/>
          </a:p>
          <a:p>
            <a:pPr lvl="1"/>
            <a:r>
              <a:rPr lang="en-GB" dirty="0"/>
              <a:t>We want to provide an independent platform where film-enjoyers can discover more movies which they might enjoy, based on certain preferences or dislikes.</a:t>
            </a:r>
          </a:p>
          <a:p>
            <a:endParaRPr lang="de-DE" dirty="0"/>
          </a:p>
        </p:txBody>
      </p:sp>
      <p:sp>
        <p:nvSpPr>
          <p:cNvPr id="3" name="Content Placeholder 2">
            <a:extLst>
              <a:ext uri="{FF2B5EF4-FFF2-40B4-BE49-F238E27FC236}">
                <a16:creationId xmlns:a16="http://schemas.microsoft.com/office/drawing/2014/main" id="{787AE2FE-370E-DA7B-013D-0EDB12B41BE1}"/>
              </a:ext>
            </a:extLst>
          </p:cNvPr>
          <p:cNvSpPr>
            <a:spLocks noGrp="1"/>
          </p:cNvSpPr>
          <p:nvPr>
            <p:ph sz="half" idx="2"/>
          </p:nvPr>
        </p:nvSpPr>
        <p:spPr/>
        <p:txBody>
          <a:bodyPr/>
          <a:lstStyle/>
          <a:p>
            <a:endParaRPr lang="de-CH" dirty="0"/>
          </a:p>
        </p:txBody>
      </p:sp>
    </p:spTree>
    <p:extLst>
      <p:ext uri="{BB962C8B-B14F-4D97-AF65-F5344CB8AC3E}">
        <p14:creationId xmlns:p14="http://schemas.microsoft.com/office/powerpoint/2010/main" val="1806953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EC8AC-AACB-2A03-C75B-08AE25D9E275}"/>
              </a:ext>
            </a:extLst>
          </p:cNvPr>
          <p:cNvSpPr>
            <a:spLocks noGrp="1"/>
          </p:cNvSpPr>
          <p:nvPr>
            <p:ph type="title"/>
          </p:nvPr>
        </p:nvSpPr>
        <p:spPr/>
        <p:txBody>
          <a:bodyPr>
            <a:normAutofit fontScale="90000"/>
          </a:bodyPr>
          <a:lstStyle/>
          <a:p>
            <a:r>
              <a:rPr lang="en-GB" dirty="0"/>
              <a:t>System architecture </a:t>
            </a:r>
            <a:r>
              <a:rPr lang="en-GB" dirty="0">
                <a:solidFill>
                  <a:srgbClr val="FF0000"/>
                </a:solidFill>
              </a:rPr>
              <a:t>(See notes)</a:t>
            </a:r>
            <a:endParaRPr lang="en-GB" dirty="0"/>
          </a:p>
        </p:txBody>
      </p:sp>
      <p:pic>
        <p:nvPicPr>
          <p:cNvPr id="20" name="Content Placeholder 19">
            <a:extLst>
              <a:ext uri="{FF2B5EF4-FFF2-40B4-BE49-F238E27FC236}">
                <a16:creationId xmlns:a16="http://schemas.microsoft.com/office/drawing/2014/main" id="{908212AE-7E94-3D13-1B2D-18A15E215C20}"/>
              </a:ext>
            </a:extLst>
          </p:cNvPr>
          <p:cNvPicPr>
            <a:picLocks noGrp="1" noChangeAspect="1"/>
          </p:cNvPicPr>
          <p:nvPr>
            <p:ph idx="1"/>
          </p:nvPr>
        </p:nvPicPr>
        <p:blipFill>
          <a:blip r:embed="rId3"/>
          <a:stretch>
            <a:fillRect/>
          </a:stretch>
        </p:blipFill>
        <p:spPr>
          <a:xfrm>
            <a:off x="2457991" y="1586938"/>
            <a:ext cx="7276017" cy="4992235"/>
          </a:xfrm>
          <a:prstGeom prst="rect">
            <a:avLst/>
          </a:prstGeom>
        </p:spPr>
      </p:pic>
    </p:spTree>
    <p:extLst>
      <p:ext uri="{BB962C8B-B14F-4D97-AF65-F5344CB8AC3E}">
        <p14:creationId xmlns:p14="http://schemas.microsoft.com/office/powerpoint/2010/main" val="2886663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813B3-7D0A-C405-655F-B6CB061D41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E31F9F-BDF5-9BAF-CDB5-9F9EB78F5FE7}"/>
              </a:ext>
            </a:extLst>
          </p:cNvPr>
          <p:cNvSpPr>
            <a:spLocks noGrp="1"/>
          </p:cNvSpPr>
          <p:nvPr>
            <p:ph type="title"/>
          </p:nvPr>
        </p:nvSpPr>
        <p:spPr/>
        <p:txBody>
          <a:bodyPr>
            <a:normAutofit fontScale="90000"/>
          </a:bodyPr>
          <a:lstStyle/>
          <a:p>
            <a:r>
              <a:rPr lang="en-GB" dirty="0"/>
              <a:t>Data &amp; Model</a:t>
            </a:r>
          </a:p>
        </p:txBody>
      </p:sp>
      <p:sp>
        <p:nvSpPr>
          <p:cNvPr id="4" name="Content Placeholder 3">
            <a:extLst>
              <a:ext uri="{FF2B5EF4-FFF2-40B4-BE49-F238E27FC236}">
                <a16:creationId xmlns:a16="http://schemas.microsoft.com/office/drawing/2014/main" id="{D4C4E37F-C82F-9BCB-8AB2-9039FF743E2E}"/>
              </a:ext>
            </a:extLst>
          </p:cNvPr>
          <p:cNvSpPr>
            <a:spLocks noGrp="1"/>
          </p:cNvSpPr>
          <p:nvPr>
            <p:ph idx="1"/>
          </p:nvPr>
        </p:nvSpPr>
        <p:spPr/>
        <p:txBody>
          <a:bodyPr/>
          <a:lstStyle/>
          <a:p>
            <a:r>
              <a:rPr lang="en-US" dirty="0"/>
              <a:t>Pedro</a:t>
            </a:r>
          </a:p>
          <a:p>
            <a:endParaRPr lang="en-US" dirty="0"/>
          </a:p>
          <a:p>
            <a:r>
              <a:rPr lang="en-US" dirty="0"/>
              <a:t>Data &gt; Graph &gt; Model &gt; ONNX &gt; Experiment Tracking / Model Registry WANDB &gt; Model service</a:t>
            </a:r>
            <a:endParaRPr lang="de-CH" dirty="0"/>
          </a:p>
        </p:txBody>
      </p:sp>
    </p:spTree>
    <p:extLst>
      <p:ext uri="{BB962C8B-B14F-4D97-AF65-F5344CB8AC3E}">
        <p14:creationId xmlns:p14="http://schemas.microsoft.com/office/powerpoint/2010/main" val="2430795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41C6F-B0B3-F3F2-DEE2-91338BDDD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D5293-21ED-BA5D-05E4-372F0BC4026E}"/>
              </a:ext>
            </a:extLst>
          </p:cNvPr>
          <p:cNvSpPr>
            <a:spLocks noGrp="1"/>
          </p:cNvSpPr>
          <p:nvPr>
            <p:ph type="title"/>
          </p:nvPr>
        </p:nvSpPr>
        <p:spPr/>
        <p:txBody>
          <a:bodyPr>
            <a:normAutofit fontScale="90000"/>
          </a:bodyPr>
          <a:lstStyle/>
          <a:p>
            <a:r>
              <a:rPr lang="en-GB" dirty="0"/>
              <a:t>Backend &amp; </a:t>
            </a:r>
            <a:r>
              <a:rPr lang="en-GB" dirty="0" err="1"/>
              <a:t>Postgresql</a:t>
            </a:r>
            <a:endParaRPr lang="en-GB" dirty="0"/>
          </a:p>
        </p:txBody>
      </p:sp>
      <p:sp>
        <p:nvSpPr>
          <p:cNvPr id="4" name="Content Placeholder 3">
            <a:extLst>
              <a:ext uri="{FF2B5EF4-FFF2-40B4-BE49-F238E27FC236}">
                <a16:creationId xmlns:a16="http://schemas.microsoft.com/office/drawing/2014/main" id="{0ED0D777-EB9A-5E27-28C5-31B9FDF7019B}"/>
              </a:ext>
            </a:extLst>
          </p:cNvPr>
          <p:cNvSpPr>
            <a:spLocks noGrp="1"/>
          </p:cNvSpPr>
          <p:nvPr>
            <p:ph idx="1"/>
          </p:nvPr>
        </p:nvSpPr>
        <p:spPr/>
        <p:txBody>
          <a:bodyPr/>
          <a:lstStyle/>
          <a:p>
            <a:r>
              <a:rPr lang="en-US" dirty="0"/>
              <a:t>Joel</a:t>
            </a:r>
          </a:p>
          <a:p>
            <a:endParaRPr lang="en-US" dirty="0"/>
          </a:p>
          <a:p>
            <a:r>
              <a:rPr lang="en-US" dirty="0"/>
              <a:t>PostgreSQL + ORM</a:t>
            </a:r>
          </a:p>
          <a:p>
            <a:r>
              <a:rPr lang="en-US" dirty="0"/>
              <a:t>FASTAPI Backend </a:t>
            </a:r>
          </a:p>
          <a:p>
            <a:endParaRPr lang="en-US" dirty="0"/>
          </a:p>
        </p:txBody>
      </p:sp>
    </p:spTree>
    <p:extLst>
      <p:ext uri="{BB962C8B-B14F-4D97-AF65-F5344CB8AC3E}">
        <p14:creationId xmlns:p14="http://schemas.microsoft.com/office/powerpoint/2010/main" val="2812147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9F7A4-2812-CF4E-F1DB-2AA7945DB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C516D3-E614-6206-EA1D-5FEC5E7B9644}"/>
              </a:ext>
            </a:extLst>
          </p:cNvPr>
          <p:cNvSpPr>
            <a:spLocks noGrp="1"/>
          </p:cNvSpPr>
          <p:nvPr>
            <p:ph type="title"/>
          </p:nvPr>
        </p:nvSpPr>
        <p:spPr/>
        <p:txBody>
          <a:bodyPr>
            <a:normAutofit fontScale="90000"/>
          </a:bodyPr>
          <a:lstStyle/>
          <a:p>
            <a:r>
              <a:rPr lang="en-GB" dirty="0"/>
              <a:t>Frontend</a:t>
            </a:r>
          </a:p>
        </p:txBody>
      </p:sp>
      <p:sp>
        <p:nvSpPr>
          <p:cNvPr id="4" name="Content Placeholder 3">
            <a:extLst>
              <a:ext uri="{FF2B5EF4-FFF2-40B4-BE49-F238E27FC236}">
                <a16:creationId xmlns:a16="http://schemas.microsoft.com/office/drawing/2014/main" id="{C73EF56D-0746-AD21-F9A6-54C1B86AF7A9}"/>
              </a:ext>
            </a:extLst>
          </p:cNvPr>
          <p:cNvSpPr>
            <a:spLocks noGrp="1"/>
          </p:cNvSpPr>
          <p:nvPr>
            <p:ph idx="1"/>
          </p:nvPr>
        </p:nvSpPr>
        <p:spPr/>
        <p:txBody>
          <a:bodyPr/>
          <a:lstStyle/>
          <a:p>
            <a:r>
              <a:rPr lang="en-US" dirty="0"/>
              <a:t>Rino</a:t>
            </a:r>
          </a:p>
          <a:p>
            <a:endParaRPr lang="en-US" dirty="0"/>
          </a:p>
          <a:p>
            <a:r>
              <a:rPr lang="en-US" dirty="0"/>
              <a:t>Frontend: </a:t>
            </a:r>
            <a:r>
              <a:rPr lang="en-US" dirty="0" err="1"/>
              <a:t>Streamlit</a:t>
            </a:r>
            <a:r>
              <a:rPr lang="en-US" dirty="0"/>
              <a:t> </a:t>
            </a:r>
          </a:p>
          <a:p>
            <a:endParaRPr lang="en-US" dirty="0"/>
          </a:p>
          <a:p>
            <a:r>
              <a:rPr lang="en-US" dirty="0"/>
              <a:t>Quick Demo of the application</a:t>
            </a:r>
          </a:p>
          <a:p>
            <a:endParaRPr lang="en-US" dirty="0"/>
          </a:p>
        </p:txBody>
      </p:sp>
    </p:spTree>
    <p:extLst>
      <p:ext uri="{BB962C8B-B14F-4D97-AF65-F5344CB8AC3E}">
        <p14:creationId xmlns:p14="http://schemas.microsoft.com/office/powerpoint/2010/main" val="572320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115E-6D88-2DEA-7A07-6B2157B33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3C1C2-ADF2-8541-37E0-3FC7A2841FC4}"/>
              </a:ext>
            </a:extLst>
          </p:cNvPr>
          <p:cNvSpPr>
            <a:spLocks noGrp="1"/>
          </p:cNvSpPr>
          <p:nvPr>
            <p:ph type="title"/>
          </p:nvPr>
        </p:nvSpPr>
        <p:spPr/>
        <p:txBody>
          <a:bodyPr>
            <a:normAutofit fontScale="90000"/>
          </a:bodyPr>
          <a:lstStyle/>
          <a:p>
            <a:r>
              <a:rPr lang="en-GB" dirty="0"/>
              <a:t>Containerization</a:t>
            </a:r>
          </a:p>
        </p:txBody>
      </p:sp>
      <p:sp>
        <p:nvSpPr>
          <p:cNvPr id="4" name="Content Placeholder 3">
            <a:extLst>
              <a:ext uri="{FF2B5EF4-FFF2-40B4-BE49-F238E27FC236}">
                <a16:creationId xmlns:a16="http://schemas.microsoft.com/office/drawing/2014/main" id="{144D4C91-A2EB-2E12-8CEB-B5EFD9FB16F9}"/>
              </a:ext>
            </a:extLst>
          </p:cNvPr>
          <p:cNvSpPr>
            <a:spLocks noGrp="1"/>
          </p:cNvSpPr>
          <p:nvPr>
            <p:ph idx="1"/>
          </p:nvPr>
        </p:nvSpPr>
        <p:spPr/>
        <p:txBody>
          <a:bodyPr/>
          <a:lstStyle/>
          <a:p>
            <a:r>
              <a:rPr lang="en-US" dirty="0"/>
              <a:t>Hemanthi</a:t>
            </a:r>
          </a:p>
          <a:p>
            <a:endParaRPr lang="en-US" dirty="0"/>
          </a:p>
          <a:p>
            <a:r>
              <a:rPr lang="en-US" dirty="0"/>
              <a:t>Docker (&amp; Docker Compose)</a:t>
            </a:r>
          </a:p>
          <a:p>
            <a:endParaRPr lang="en-US" dirty="0"/>
          </a:p>
          <a:p>
            <a:r>
              <a:rPr lang="en-US" dirty="0"/>
              <a:t>Deployment: </a:t>
            </a:r>
            <a:r>
              <a:rPr lang="en-US" dirty="0" err="1"/>
              <a:t>Github</a:t>
            </a:r>
            <a:r>
              <a:rPr lang="en-US" dirty="0"/>
              <a:t> Actions &gt; Google Cloud Run</a:t>
            </a:r>
          </a:p>
          <a:p>
            <a:endParaRPr lang="en-US" dirty="0"/>
          </a:p>
          <a:p>
            <a:r>
              <a:rPr lang="en-US" dirty="0"/>
              <a:t>Discuss on Thursday</a:t>
            </a:r>
          </a:p>
          <a:p>
            <a:endParaRPr lang="en-US" dirty="0"/>
          </a:p>
        </p:txBody>
      </p:sp>
    </p:spTree>
    <p:extLst>
      <p:ext uri="{BB962C8B-B14F-4D97-AF65-F5344CB8AC3E}">
        <p14:creationId xmlns:p14="http://schemas.microsoft.com/office/powerpoint/2010/main" val="816734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F5895E-B5FA-0E3F-0E3B-E9B4AE85FD32}"/>
              </a:ext>
            </a:extLst>
          </p:cNvPr>
          <p:cNvSpPr>
            <a:spLocks noGrp="1"/>
          </p:cNvSpPr>
          <p:nvPr>
            <p:ph type="title"/>
          </p:nvPr>
        </p:nvSpPr>
        <p:spPr>
          <a:xfrm>
            <a:off x="4187458" y="2995277"/>
            <a:ext cx="5203677" cy="738985"/>
          </a:xfrm>
        </p:spPr>
        <p:txBody>
          <a:bodyPr>
            <a:normAutofit fontScale="90000"/>
          </a:bodyPr>
          <a:lstStyle/>
          <a:p>
            <a:r>
              <a:rPr lang="en-GB" dirty="0"/>
              <a:t>BACKUP SLIDES </a:t>
            </a:r>
            <a:endParaRPr lang="de-DE" dirty="0"/>
          </a:p>
        </p:txBody>
      </p:sp>
    </p:spTree>
    <p:extLst>
      <p:ext uri="{BB962C8B-B14F-4D97-AF65-F5344CB8AC3E}">
        <p14:creationId xmlns:p14="http://schemas.microsoft.com/office/powerpoint/2010/main" val="4216104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FEE0-F3F0-929D-570C-D86A974BF3E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229CFE1-C943-B24A-A2DC-CACE9FF677AC}"/>
              </a:ext>
            </a:extLst>
          </p:cNvPr>
          <p:cNvSpPr>
            <a:spLocks noGrp="1"/>
          </p:cNvSpPr>
          <p:nvPr>
            <p:ph type="title"/>
          </p:nvPr>
        </p:nvSpPr>
        <p:spPr/>
        <p:txBody>
          <a:bodyPr>
            <a:normAutofit fontScale="90000"/>
          </a:bodyPr>
          <a:lstStyle/>
          <a:p>
            <a:r>
              <a:rPr lang="en-GB" dirty="0"/>
              <a:t>Tools – Machine Learning</a:t>
            </a:r>
            <a:endParaRPr lang="de-DE" dirty="0"/>
          </a:p>
        </p:txBody>
      </p:sp>
      <p:graphicFrame>
        <p:nvGraphicFramePr>
          <p:cNvPr id="4" name="Content Placeholder 3">
            <a:extLst>
              <a:ext uri="{FF2B5EF4-FFF2-40B4-BE49-F238E27FC236}">
                <a16:creationId xmlns:a16="http://schemas.microsoft.com/office/drawing/2014/main" id="{365948A0-B318-2297-6BC4-A4F4AD77BD41}"/>
              </a:ext>
            </a:extLst>
          </p:cNvPr>
          <p:cNvGraphicFramePr>
            <a:graphicFrameLocks noGrp="1"/>
          </p:cNvGraphicFramePr>
          <p:nvPr>
            <p:ph idx="1"/>
          </p:nvPr>
        </p:nvGraphicFramePr>
        <p:xfrm>
          <a:off x="1023938" y="1465263"/>
          <a:ext cx="9720072" cy="48434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42" name="Picture 18" descr="Machine Learning Articles, Tutorials &amp; Reports by Weights &amp; Biases">
            <a:extLst>
              <a:ext uri="{FF2B5EF4-FFF2-40B4-BE49-F238E27FC236}">
                <a16:creationId xmlns:a16="http://schemas.microsoft.com/office/drawing/2014/main" id="{9B9B0D37-8B15-031B-49CA-0E86A2044F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7786" y="1656872"/>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ONNX | About">
            <a:extLst>
              <a:ext uri="{FF2B5EF4-FFF2-40B4-BE49-F238E27FC236}">
                <a16:creationId xmlns:a16="http://schemas.microsoft.com/office/drawing/2014/main" id="{7D29868C-5BA0-1699-C151-F5F4C1951C27}"/>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4889" b="93778" l="4889" r="96444">
                        <a14:foregroundMark x1="39556" y1="51111" x2="39556" y2="51111"/>
                        <a14:foregroundMark x1="47556" y1="41778" x2="47556" y2="41778"/>
                        <a14:foregroundMark x1="57333" y1="32444" x2="57333" y2="32444"/>
                        <a14:foregroundMark x1="33778" y1="70222" x2="48889" y2="39556"/>
                        <a14:foregroundMark x1="56444" y1="46222" x2="60444" y2="20444"/>
                        <a14:foregroundMark x1="58222" y1="63556" x2="60000" y2="30667"/>
                        <a14:foregroundMark x1="38667" y1="75111" x2="17333" y2="61778"/>
                        <a14:foregroundMark x1="55556" y1="30667" x2="78667" y2="48444"/>
                        <a14:foregroundMark x1="71111" y1="93778" x2="71111" y2="93778"/>
                        <a14:foregroundMark x1="5333" y1="47111" x2="9778" y2="51111"/>
                        <a14:foregroundMark x1="36889" y1="12444" x2="36000" y2="5333"/>
                        <a14:foregroundMark x1="89333" y1="53778" x2="96444" y2="50667"/>
                      </a14:backgroundRemoval>
                    </a14:imgEffect>
                  </a14:imgLayer>
                </a14:imgProps>
              </a:ext>
              <a:ext uri="{28A0092B-C50C-407E-A947-70E740481C1C}">
                <a14:useLocalDpi xmlns:a14="http://schemas.microsoft.com/office/drawing/2010/main" val="0"/>
              </a:ext>
            </a:extLst>
          </a:blip>
          <a:srcRect/>
          <a:stretch>
            <a:fillRect/>
          </a:stretch>
        </p:blipFill>
        <p:spPr bwMode="auto">
          <a:xfrm>
            <a:off x="1677786" y="3278688"/>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Weights &amp; Biases: The AI developer platform">
            <a:extLst>
              <a:ext uri="{FF2B5EF4-FFF2-40B4-BE49-F238E27FC236}">
                <a16:creationId xmlns:a16="http://schemas.microsoft.com/office/drawing/2014/main" id="{9BAACC1E-D553-C0F8-173D-EAE0F76B8E2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77786" y="4906713"/>
            <a:ext cx="360000" cy="3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625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39822C-B3C6-5D3E-FFFC-58A32EEFD65C}"/>
              </a:ext>
            </a:extLst>
          </p:cNvPr>
          <p:cNvSpPr>
            <a:spLocks noGrp="1"/>
          </p:cNvSpPr>
          <p:nvPr>
            <p:ph type="title"/>
          </p:nvPr>
        </p:nvSpPr>
        <p:spPr/>
        <p:txBody>
          <a:bodyPr>
            <a:normAutofit fontScale="90000"/>
          </a:bodyPr>
          <a:lstStyle/>
          <a:p>
            <a:r>
              <a:rPr lang="en-GB" dirty="0"/>
              <a:t>Tools – Application</a:t>
            </a:r>
            <a:endParaRPr lang="de-DE" dirty="0"/>
          </a:p>
        </p:txBody>
      </p:sp>
      <p:graphicFrame>
        <p:nvGraphicFramePr>
          <p:cNvPr id="5" name="Content Placeholder 3">
            <a:extLst>
              <a:ext uri="{FF2B5EF4-FFF2-40B4-BE49-F238E27FC236}">
                <a16:creationId xmlns:a16="http://schemas.microsoft.com/office/drawing/2014/main" id="{F577C5BE-E7D9-30F6-7E34-4D086E3765DC}"/>
              </a:ext>
            </a:extLst>
          </p:cNvPr>
          <p:cNvGraphicFramePr>
            <a:graphicFrameLocks noGrp="1"/>
          </p:cNvGraphicFramePr>
          <p:nvPr>
            <p:ph idx="1"/>
            <p:extLst>
              <p:ext uri="{D42A27DB-BD31-4B8C-83A1-F6EECF244321}">
                <p14:modId xmlns:p14="http://schemas.microsoft.com/office/powerpoint/2010/main" val="2349033657"/>
              </p:ext>
            </p:extLst>
          </p:nvPr>
        </p:nvGraphicFramePr>
        <p:xfrm>
          <a:off x="1023938" y="1465263"/>
          <a:ext cx="9720072" cy="4843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AutoShape 2" descr="PostgreSQL - Wikipedia">
            <a:extLst>
              <a:ext uri="{FF2B5EF4-FFF2-40B4-BE49-F238E27FC236}">
                <a16:creationId xmlns:a16="http://schemas.microsoft.com/office/drawing/2014/main" id="{5D073DAB-2A59-0550-133E-8D0959EF17B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060" name="Picture 12" descr="Download PostgreSQL Logo in SVG Vector or PNG File Format - Logo.wine">
            <a:extLst>
              <a:ext uri="{FF2B5EF4-FFF2-40B4-BE49-F238E27FC236}">
                <a16:creationId xmlns:a16="http://schemas.microsoft.com/office/drawing/2014/main" id="{B568951D-94E6-F036-46FE-10DEBF23FF0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7255" t="14902" r="27952" b="16078"/>
          <a:stretch>
            <a:fillRect/>
          </a:stretch>
        </p:blipFill>
        <p:spPr bwMode="auto">
          <a:xfrm>
            <a:off x="1680575" y="1701034"/>
            <a:ext cx="360000" cy="36980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ands-on FastAPI Tutorials">
            <a:extLst>
              <a:ext uri="{FF2B5EF4-FFF2-40B4-BE49-F238E27FC236}">
                <a16:creationId xmlns:a16="http://schemas.microsoft.com/office/drawing/2014/main" id="{079621D4-F39B-9617-9365-661206E067C5}"/>
              </a:ext>
            </a:extLst>
          </p:cNvPr>
          <p:cNvPicPr>
            <a:picLocks noChangeAspect="1" noChangeArrowheads="1"/>
          </p:cNvPicPr>
          <p:nvPr/>
        </p:nvPicPr>
        <p:blipFill rotWithShape="1">
          <a:blip r:embed="rId8">
            <a:clrChange>
              <a:clrFrom>
                <a:srgbClr val="000000"/>
              </a:clrFrom>
              <a:clrTo>
                <a:srgbClr val="000000">
                  <a:alpha val="0"/>
                </a:srgbClr>
              </a:clrTo>
            </a:clrChange>
            <a:extLst>
              <a:ext uri="{28A0092B-C50C-407E-A947-70E740481C1C}">
                <a14:useLocalDpi xmlns:a14="http://schemas.microsoft.com/office/drawing/2010/main" val="0"/>
              </a:ext>
            </a:extLst>
          </a:blip>
          <a:srcRect l="23044" t="11634" r="22861" b="11372"/>
          <a:stretch>
            <a:fillRect/>
          </a:stretch>
        </p:blipFill>
        <p:spPr bwMode="auto">
          <a:xfrm>
            <a:off x="1680575" y="3402312"/>
            <a:ext cx="360000" cy="358176"/>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M-Stats | Streamlit Web App Development Services">
            <a:extLst>
              <a:ext uri="{FF2B5EF4-FFF2-40B4-BE49-F238E27FC236}">
                <a16:creationId xmlns:a16="http://schemas.microsoft.com/office/drawing/2014/main" id="{36532AEA-6740-EF45-9026-971C5411B6FD}"/>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80575" y="5179643"/>
            <a:ext cx="360000" cy="1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620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3D233C-3952-6B84-6BB7-6058F2FF631A}"/>
              </a:ext>
            </a:extLst>
          </p:cNvPr>
          <p:cNvSpPr>
            <a:spLocks noGrp="1"/>
          </p:cNvSpPr>
          <p:nvPr>
            <p:ph type="title"/>
          </p:nvPr>
        </p:nvSpPr>
        <p:spPr/>
        <p:txBody>
          <a:bodyPr>
            <a:normAutofit fontScale="90000"/>
          </a:bodyPr>
          <a:lstStyle/>
          <a:p>
            <a:r>
              <a:rPr lang="en-GB" dirty="0"/>
              <a:t>Tools – </a:t>
            </a:r>
            <a:r>
              <a:rPr lang="en-GB" dirty="0" err="1"/>
              <a:t>Devops</a:t>
            </a:r>
            <a:endParaRPr lang="de-DE" dirty="0"/>
          </a:p>
        </p:txBody>
      </p:sp>
      <p:graphicFrame>
        <p:nvGraphicFramePr>
          <p:cNvPr id="4" name="Content Placeholder 3">
            <a:extLst>
              <a:ext uri="{FF2B5EF4-FFF2-40B4-BE49-F238E27FC236}">
                <a16:creationId xmlns:a16="http://schemas.microsoft.com/office/drawing/2014/main" id="{C92720ED-D160-BC01-0B0A-B5B5E7F47E72}"/>
              </a:ext>
            </a:extLst>
          </p:cNvPr>
          <p:cNvGraphicFramePr>
            <a:graphicFrameLocks noGrp="1"/>
          </p:cNvGraphicFramePr>
          <p:nvPr>
            <p:ph idx="1"/>
            <p:extLst>
              <p:ext uri="{D42A27DB-BD31-4B8C-83A1-F6EECF244321}">
                <p14:modId xmlns:p14="http://schemas.microsoft.com/office/powerpoint/2010/main" val="335840872"/>
              </p:ext>
            </p:extLst>
          </p:nvPr>
        </p:nvGraphicFramePr>
        <p:xfrm>
          <a:off x="1023938" y="1465263"/>
          <a:ext cx="9720072" cy="4843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descr="Github Logo - Free social media icons">
            <a:extLst>
              <a:ext uri="{FF2B5EF4-FFF2-40B4-BE49-F238E27FC236}">
                <a16:creationId xmlns:a16="http://schemas.microsoft.com/office/drawing/2014/main" id="{353673D8-67ED-BE94-A868-299D5D9EF8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88526" y="1838129"/>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Docker Icon SVG Vector &amp; PNG Free Download | UXWing">
            <a:extLst>
              <a:ext uri="{FF2B5EF4-FFF2-40B4-BE49-F238E27FC236}">
                <a16:creationId xmlns:a16="http://schemas.microsoft.com/office/drawing/2014/main" id="{FDA13540-0207-D0DA-0B3F-1E849F661187}"/>
              </a:ext>
            </a:extLst>
          </p:cNvPr>
          <p:cNvPicPr>
            <a:picLocks noChangeAspect="1" noChangeArrowheads="1"/>
          </p:cNvPicPr>
          <p:nvPr/>
        </p:nvPicPr>
        <p:blipFill>
          <a:blip r:embed="rId8">
            <a:biLevel thresh="50000"/>
            <a:extLst>
              <a:ext uri="{28A0092B-C50C-407E-A947-70E740481C1C}">
                <a14:useLocalDpi xmlns:a14="http://schemas.microsoft.com/office/drawing/2010/main" val="0"/>
              </a:ext>
            </a:extLst>
          </a:blip>
          <a:srcRect/>
          <a:stretch>
            <a:fillRect/>
          </a:stretch>
        </p:blipFill>
        <p:spPr bwMode="auto">
          <a:xfrm>
            <a:off x="1688526" y="3374762"/>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Ruff - Visual Studio Marketplace">
            <a:extLst>
              <a:ext uri="{FF2B5EF4-FFF2-40B4-BE49-F238E27FC236}">
                <a16:creationId xmlns:a16="http://schemas.microsoft.com/office/drawing/2014/main" id="{824B3471-9CC5-FC0E-DB2F-C985AF89A6D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88526" y="4892606"/>
            <a:ext cx="360000" cy="3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9810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_36805051_TF22378848.potx" id="{0DF01297-B667-4CDC-AA01-93DDD544AF65}" vid="{09B86540-B41D-42E9-BA95-47A6BAC2769B}"/>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Integrales Design</Template>
  <TotalTime>0</TotalTime>
  <Words>432</Words>
  <Application>Microsoft Office PowerPoint</Application>
  <PresentationFormat>Widescreen</PresentationFormat>
  <Paragraphs>105</Paragraphs>
  <Slides>12</Slides>
  <Notes>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Tw Cen MT</vt:lpstr>
      <vt:lpstr>Tw Cen MT Condensed</vt:lpstr>
      <vt:lpstr>Wingdings 3</vt:lpstr>
      <vt:lpstr>Integral</vt:lpstr>
      <vt:lpstr>CinematcH </vt:lpstr>
      <vt:lpstr>Titel Lorem Ipsum Dolor</vt:lpstr>
      <vt:lpstr>Overview Rephrase ... bullet points</vt:lpstr>
      <vt:lpstr>System architecture (See notes)</vt:lpstr>
      <vt:lpstr>Data &amp; Model</vt:lpstr>
      <vt:lpstr>Backend &amp; Postgresql</vt:lpstr>
      <vt:lpstr>Frontend</vt:lpstr>
      <vt:lpstr>Containerization</vt:lpstr>
      <vt:lpstr>BACKUP SLIDES </vt:lpstr>
      <vt:lpstr>Tools – Machine Learning</vt:lpstr>
      <vt:lpstr>Tools – Application</vt:lpstr>
      <vt:lpstr>Tools – Devops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Tauss Joel</dc:creator>
  <cp:lastModifiedBy>Pedro Stark</cp:lastModifiedBy>
  <cp:revision>38</cp:revision>
  <dcterms:created xsi:type="dcterms:W3CDTF">2026-04-02T10:47:18Z</dcterms:created>
  <dcterms:modified xsi:type="dcterms:W3CDTF">2026-05-03T15:26:23Z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